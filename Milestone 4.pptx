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036-65E6-5EE5-614C-A21503D9E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173" y="1262709"/>
            <a:ext cx="9695563" cy="2473549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Inventory Management System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0C16F-054D-C4C9-B93C-5CC389288B98}"/>
              </a:ext>
            </a:extLst>
          </p:cNvPr>
          <p:cNvSpPr txBox="1"/>
          <p:nvPr/>
        </p:nvSpPr>
        <p:spPr>
          <a:xfrm>
            <a:off x="2251587" y="3736258"/>
            <a:ext cx="83574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Inventory Management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47F29-E688-0760-F55B-9EC21CC3372B}"/>
              </a:ext>
            </a:extLst>
          </p:cNvPr>
          <p:cNvSpPr txBox="1"/>
          <p:nvPr/>
        </p:nvSpPr>
        <p:spPr>
          <a:xfrm>
            <a:off x="8878529" y="4768645"/>
            <a:ext cx="2172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 err="1"/>
              <a:t>P.Keerthi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140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02BE-3C8E-F679-964E-EB541A72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MODULE 4 - 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TRANSACTION HISTORY / REPORTS &amp; ANALYTICS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8239-AF0E-2140-4755-F40EE4860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maintains a complete historical record of all stock movements performed in the system.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transparency, enables audits, and supports report generation for management review.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improves traceability and accountability within inventory operations.</a:t>
            </a:r>
          </a:p>
        </p:txBody>
      </p:sp>
    </p:spTree>
    <p:extLst>
      <p:ext uri="{BB962C8B-B14F-4D97-AF65-F5344CB8AC3E}">
        <p14:creationId xmlns:p14="http://schemas.microsoft.com/office/powerpoint/2010/main" val="288261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CD60-BDD3-C707-403E-4E6DDB1E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43477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USED IN MODULE 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14F2-4EBC-E12C-7A2E-3A0D187AC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07577"/>
            <a:ext cx="960327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Layer: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– stores transaction details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logs transactions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operations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Classes: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– stock data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– captures who performed transaction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71546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C4C1-7AB1-1C6B-E95E-55ADCAD6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0326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ENTITY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3499-B1E9-0B2B-18CA-EFCE1DB63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record contains: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ID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 (STOCK_IN / STOCK_OUT)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Date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By User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complete tracking of inventory flow.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155803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8963-39F3-702F-38D5-25880059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09319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FLOW – TRANSACTION 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F9AF-27AB-C740-1454-1D6D7B525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6906"/>
            <a:ext cx="960327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stock is updated in Module-2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logs the transaction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it into persistent storage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becomes available for: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Audits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summaries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Representation: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6678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E48E-8DD2-ED05-727A-ABB11DA3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7D91-1D28-A5E3-AC66-446875107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3533376" cy="34506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Class (Entity)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Transaction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quantity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performedByUser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3F540-350E-6EA7-CB46-6F4CE50EA571}"/>
              </a:ext>
            </a:extLst>
          </p:cNvPr>
          <p:cNvSpPr txBox="1"/>
          <p:nvPr/>
        </p:nvSpPr>
        <p:spPr>
          <a:xfrm>
            <a:off x="6292644" y="1863705"/>
            <a:ext cx="476220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log(type,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current date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type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transaction.quantity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quantity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transaction.user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logged in user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transaction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61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F0A2-6F56-2D90-FAAF-7AEEEC82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9654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B4E6-8DFB-EDF6-AFEC-6A59D212D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66570"/>
            <a:ext cx="960327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save(transaction)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transaction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all transactions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41076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89C7-A907-61AB-B013-1AEFDAAE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9151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A036-81B7-E4B9-E9CD-85B6587F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together secure user authentication, efficient product and stock management, automated low-stock alerts, and complete transaction tracking into one system.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work collectively to maintain accurate inventory data and reduce manual errors.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are prevented through timely alerts, improving operational continuity.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history ensures transparency and supports audits and reporting.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efficiency, reliability, and decision-making in inventory operations.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24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C29085-35FD-8842-3A12-15D8AFEA5C99}"/>
              </a:ext>
            </a:extLst>
          </p:cNvPr>
          <p:cNvSpPr txBox="1"/>
          <p:nvPr/>
        </p:nvSpPr>
        <p:spPr>
          <a:xfrm>
            <a:off x="3755924" y="2413337"/>
            <a:ext cx="80329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904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9</TotalTime>
  <Words>377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Times New Roman</vt:lpstr>
      <vt:lpstr>Gallery</vt:lpstr>
      <vt:lpstr>Inventra Intelligent Inventory Management System </vt:lpstr>
      <vt:lpstr>MODULE 4 - TRANSACTION HISTORY / REPORTS &amp; ANALYTICS</vt:lpstr>
      <vt:lpstr>CLASSES USED IN MODULE 4</vt:lpstr>
      <vt:lpstr>TRANSACTION ENTITY STRUCTURE</vt:lpstr>
      <vt:lpstr>FUNCTIONAL FLOW – TRANSACTION HISTORY</vt:lpstr>
      <vt:lpstr>PSEUDOCODE</vt:lpstr>
      <vt:lpstr>PSEUDOCODE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polepalli keerthi</dc:creator>
  <cp:lastModifiedBy>polepalli keerthi</cp:lastModifiedBy>
  <cp:revision>1</cp:revision>
  <dcterms:created xsi:type="dcterms:W3CDTF">2026-02-03T12:14:27Z</dcterms:created>
  <dcterms:modified xsi:type="dcterms:W3CDTF">2026-02-03T12:23:56Z</dcterms:modified>
</cp:coreProperties>
</file>