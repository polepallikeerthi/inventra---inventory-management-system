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256" r:id="rId5"/>
    <p:sldId id="258" r:id="rId6"/>
    <p:sldId id="297" r:id="rId7"/>
    <p:sldId id="259" r:id="rId8"/>
    <p:sldId id="266" r:id="rId9"/>
    <p:sldId id="262" r:id="rId10"/>
    <p:sldId id="263" r:id="rId11"/>
    <p:sldId id="265" r:id="rId12"/>
    <p:sldId id="279" r:id="rId13"/>
    <p:sldId id="280" r:id="rId14"/>
    <p:sldId id="281" r:id="rId15"/>
    <p:sldId id="268" r:id="rId16"/>
    <p:sldId id="282" r:id="rId17"/>
    <p:sldId id="269" r:id="rId18"/>
    <p:sldId id="270" r:id="rId19"/>
    <p:sldId id="271" r:id="rId20"/>
    <p:sldId id="272" r:id="rId21"/>
    <p:sldId id="274" r:id="rId22"/>
    <p:sldId id="273" r:id="rId23"/>
    <p:sldId id="278" r:id="rId24"/>
    <p:sldId id="276" r:id="rId25"/>
    <p:sldId id="284" r:id="rId26"/>
    <p:sldId id="286" r:id="rId27"/>
    <p:sldId id="287" r:id="rId28"/>
    <p:sldId id="288" r:id="rId29"/>
    <p:sldId id="291" r:id="rId30"/>
    <p:sldId id="292" r:id="rId31"/>
    <p:sldId id="293" r:id="rId32"/>
    <p:sldId id="294" r:id="rId33"/>
    <p:sldId id="290" r:id="rId34"/>
    <p:sldId id="296" r:id="rId35"/>
    <p:sldId id="295" r:id="rId36"/>
    <p:sldId id="277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1D481A-5AAE-4359-AD12-F1E742C2F2E8}" v="98" dt="2026-01-21T12:45:02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lepalli keerthi" userId="8aee31935cafc270" providerId="LiveId" clId="{43A8E50B-BF99-434E-B116-8D2515496A83}"/>
    <pc:docChg chg="undo redo custSel addSld delSld modSld sldOrd modMainMaster">
      <pc:chgData name="polepalli keerthi" userId="8aee31935cafc270" providerId="LiveId" clId="{43A8E50B-BF99-434E-B116-8D2515496A83}" dt="2026-02-03T11:29:02.353" v="1318" actId="20577"/>
      <pc:docMkLst>
        <pc:docMk/>
      </pc:docMkLst>
      <pc:sldChg chg="delSp modSp mod setBg">
        <pc:chgData name="polepalli keerthi" userId="8aee31935cafc270" providerId="LiveId" clId="{43A8E50B-BF99-434E-B116-8D2515496A83}" dt="2026-02-03T11:29:02.353" v="1318" actId="20577"/>
        <pc:sldMkLst>
          <pc:docMk/>
          <pc:sldMk cId="1652133998" sldId="256"/>
        </pc:sldMkLst>
        <pc:spChg chg="mod">
          <ac:chgData name="polepalli keerthi" userId="8aee31935cafc270" providerId="LiveId" clId="{43A8E50B-BF99-434E-B116-8D2515496A83}" dt="2026-02-03T11:29:02.353" v="1318" actId="20577"/>
          <ac:spMkLst>
            <pc:docMk/>
            <pc:sldMk cId="1652133998" sldId="256"/>
            <ac:spMk id="10" creationId="{7E74764A-0E63-C284-963D-05BBEAD09294}"/>
          </ac:spMkLst>
        </pc:spChg>
      </pc:sldChg>
      <pc:sldChg chg="modSp mod setBg">
        <pc:chgData name="polepalli keerthi" userId="8aee31935cafc270" providerId="LiveId" clId="{43A8E50B-BF99-434E-B116-8D2515496A83}" dt="2026-01-21T13:27:33.452" v="1303" actId="20577"/>
        <pc:sldMkLst>
          <pc:docMk/>
          <pc:sldMk cId="4010278615" sldId="258"/>
        </pc:sldMkLst>
        <pc:spChg chg="mod">
          <ac:chgData name="polepalli keerthi" userId="8aee31935cafc270" providerId="LiveId" clId="{43A8E50B-BF99-434E-B116-8D2515496A83}" dt="2026-01-21T13:27:33.452" v="1303" actId="20577"/>
          <ac:spMkLst>
            <pc:docMk/>
            <pc:sldMk cId="4010278615" sldId="258"/>
            <ac:spMk id="2" creationId="{00000000-0000-0000-0000-000000000000}"/>
          </ac:spMkLst>
        </pc:spChg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2853788422" sldId="259"/>
        </pc:sldMkLst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2224495804" sldId="262"/>
        </pc:sldMkLst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1527004159" sldId="263"/>
        </pc:sldMkLst>
      </pc:sldChg>
      <pc:sldChg chg="addSp delSp modSp mod setBg">
        <pc:chgData name="polepalli keerthi" userId="8aee31935cafc270" providerId="LiveId" clId="{43A8E50B-BF99-434E-B116-8D2515496A83}" dt="2026-01-21T12:23:22.849" v="1209"/>
        <pc:sldMkLst>
          <pc:docMk/>
          <pc:sldMk cId="3197023440" sldId="265"/>
        </pc:sldMkLst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3683544629" sldId="266"/>
        </pc:sldMkLst>
      </pc:sldChg>
      <pc:sldChg chg="addSp modSp mod setBg">
        <pc:chgData name="polepalli keerthi" userId="8aee31935cafc270" providerId="LiveId" clId="{43A8E50B-BF99-434E-B116-8D2515496A83}" dt="2026-01-21T12:23:22.849" v="1209"/>
        <pc:sldMkLst>
          <pc:docMk/>
          <pc:sldMk cId="1448908459" sldId="268"/>
        </pc:sldMkLst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4165829056" sldId="269"/>
        </pc:sldMkLst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3376884069" sldId="270"/>
        </pc:sldMkLst>
      </pc:sldChg>
      <pc:sldChg chg="modSp mod setBg">
        <pc:chgData name="polepalli keerthi" userId="8aee31935cafc270" providerId="LiveId" clId="{43A8E50B-BF99-434E-B116-8D2515496A83}" dt="2026-01-21T12:45:02.779" v="1289" actId="1076"/>
        <pc:sldMkLst>
          <pc:docMk/>
          <pc:sldMk cId="934215850" sldId="271"/>
        </pc:sldMkLst>
        <pc:spChg chg="mod">
          <ac:chgData name="polepalli keerthi" userId="8aee31935cafc270" providerId="LiveId" clId="{43A8E50B-BF99-434E-B116-8D2515496A83}" dt="2026-01-21T12:45:02.779" v="1289" actId="1076"/>
          <ac:spMkLst>
            <pc:docMk/>
            <pc:sldMk cId="934215850" sldId="271"/>
            <ac:spMk id="3" creationId="{41776397-305E-78F0-439F-1401A2AC3D87}"/>
          </ac:spMkLst>
        </pc:spChg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2041811262" sldId="272"/>
        </pc:sldMkLst>
      </pc:sldChg>
      <pc:sldChg chg="modSp mod setBg">
        <pc:chgData name="polepalli keerthi" userId="8aee31935cafc270" providerId="LiveId" clId="{43A8E50B-BF99-434E-B116-8D2515496A83}" dt="2026-01-21T12:23:22.849" v="1209"/>
        <pc:sldMkLst>
          <pc:docMk/>
          <pc:sldMk cId="387276580" sldId="273"/>
        </pc:sldMkLst>
      </pc:sldChg>
      <pc:sldChg chg="modSp mod ord setBg">
        <pc:chgData name="polepalli keerthi" userId="8aee31935cafc270" providerId="LiveId" clId="{43A8E50B-BF99-434E-B116-8D2515496A83}" dt="2026-01-21T12:23:22.849" v="1209"/>
        <pc:sldMkLst>
          <pc:docMk/>
          <pc:sldMk cId="131073306" sldId="274"/>
        </pc:sldMkLst>
      </pc:sldChg>
      <pc:sldChg chg="modSp mod setBg">
        <pc:chgData name="polepalli keerthi" userId="8aee31935cafc270" providerId="LiveId" clId="{43A8E50B-BF99-434E-B116-8D2515496A83}" dt="2026-01-21T12:23:22.849" v="1209"/>
        <pc:sldMkLst>
          <pc:docMk/>
          <pc:sldMk cId="1177062074" sldId="276"/>
        </pc:sldMkLst>
      </pc:sldChg>
      <pc:sldChg chg="setBg">
        <pc:chgData name="polepalli keerthi" userId="8aee31935cafc270" providerId="LiveId" clId="{43A8E50B-BF99-434E-B116-8D2515496A83}" dt="2026-01-21T12:23:22.849" v="1209"/>
        <pc:sldMkLst>
          <pc:docMk/>
          <pc:sldMk cId="3812231152" sldId="277"/>
        </pc:sldMkLst>
      </pc:sldChg>
      <pc:sldChg chg="delSp modSp new mod setBg">
        <pc:chgData name="polepalli keerthi" userId="8aee31935cafc270" providerId="LiveId" clId="{43A8E50B-BF99-434E-B116-8D2515496A83}" dt="2026-01-21T12:23:22.849" v="1209"/>
        <pc:sldMkLst>
          <pc:docMk/>
          <pc:sldMk cId="875691644" sldId="278"/>
        </pc:sldMkLst>
      </pc:sldChg>
      <pc:sldChg chg="modSp add mod setBg">
        <pc:chgData name="polepalli keerthi" userId="8aee31935cafc270" providerId="LiveId" clId="{43A8E50B-BF99-434E-B116-8D2515496A83}" dt="2026-01-21T12:23:22.849" v="1209"/>
        <pc:sldMkLst>
          <pc:docMk/>
          <pc:sldMk cId="3053333584" sldId="279"/>
        </pc:sldMkLst>
      </pc:sldChg>
      <pc:sldChg chg="modSp add mod ord setBg">
        <pc:chgData name="polepalli keerthi" userId="8aee31935cafc270" providerId="LiveId" clId="{43A8E50B-BF99-434E-B116-8D2515496A83}" dt="2026-01-21T12:23:22.849" v="1209"/>
        <pc:sldMkLst>
          <pc:docMk/>
          <pc:sldMk cId="2806215163" sldId="280"/>
        </pc:sldMkLst>
      </pc:sldChg>
      <pc:sldChg chg="modSp add mod setBg">
        <pc:chgData name="polepalli keerthi" userId="8aee31935cafc270" providerId="LiveId" clId="{43A8E50B-BF99-434E-B116-8D2515496A83}" dt="2026-01-21T12:23:22.849" v="1209"/>
        <pc:sldMkLst>
          <pc:docMk/>
          <pc:sldMk cId="2341354314" sldId="281"/>
        </pc:sldMkLst>
      </pc:sldChg>
      <pc:sldChg chg="addSp delSp modSp add mod setBg">
        <pc:chgData name="polepalli keerthi" userId="8aee31935cafc270" providerId="LiveId" clId="{43A8E50B-BF99-434E-B116-8D2515496A83}" dt="2026-01-21T12:23:22.849" v="1209"/>
        <pc:sldMkLst>
          <pc:docMk/>
          <pc:sldMk cId="3984711072" sldId="282"/>
        </pc:sldMkLst>
      </pc:sldChg>
      <pc:sldChg chg="addSp delSp modSp add mod setBg">
        <pc:chgData name="polepalli keerthi" userId="8aee31935cafc270" providerId="LiveId" clId="{43A8E50B-BF99-434E-B116-8D2515496A83}" dt="2026-01-21T12:23:22.849" v="1209"/>
        <pc:sldMkLst>
          <pc:docMk/>
          <pc:sldMk cId="1434672210" sldId="284"/>
        </pc:sldMkLst>
        <pc:spChg chg="mod">
          <ac:chgData name="polepalli keerthi" userId="8aee31935cafc270" providerId="LiveId" clId="{43A8E50B-BF99-434E-B116-8D2515496A83}" dt="2026-01-05T12:30:34.858" v="989" actId="20577"/>
          <ac:spMkLst>
            <pc:docMk/>
            <pc:sldMk cId="1434672210" sldId="284"/>
            <ac:spMk id="2" creationId="{116D1193-A1A3-87C0-533B-58CA8AA3DC06}"/>
          </ac:spMkLst>
        </pc:spChg>
        <pc:spChg chg="add mod">
          <ac:chgData name="polepalli keerthi" userId="8aee31935cafc270" providerId="LiveId" clId="{43A8E50B-BF99-434E-B116-8D2515496A83}" dt="2026-01-05T12:24:44.481" v="877" actId="207"/>
          <ac:spMkLst>
            <pc:docMk/>
            <pc:sldMk cId="1434672210" sldId="284"/>
            <ac:spMk id="4" creationId="{55458C4F-85DC-5C16-652C-DBFC62F973CE}"/>
          </ac:spMkLst>
        </pc:spChg>
      </pc:sldChg>
      <pc:sldChg chg="modSp add mod setBg">
        <pc:chgData name="polepalli keerthi" userId="8aee31935cafc270" providerId="LiveId" clId="{43A8E50B-BF99-434E-B116-8D2515496A83}" dt="2026-01-21T12:23:22.849" v="1209"/>
        <pc:sldMkLst>
          <pc:docMk/>
          <pc:sldMk cId="1384754501" sldId="286"/>
        </pc:sldMkLst>
        <pc:spChg chg="mod">
          <ac:chgData name="polepalli keerthi" userId="8aee31935cafc270" providerId="LiveId" clId="{43A8E50B-BF99-434E-B116-8D2515496A83}" dt="2026-01-05T12:24:58.865" v="880" actId="207"/>
          <ac:spMkLst>
            <pc:docMk/>
            <pc:sldMk cId="1384754501" sldId="286"/>
            <ac:spMk id="2" creationId="{5C3298C1-04E7-E116-9603-51F2CADBEA6F}"/>
          </ac:spMkLst>
        </pc:spChg>
        <pc:spChg chg="mod">
          <ac:chgData name="polepalli keerthi" userId="8aee31935cafc270" providerId="LiveId" clId="{43A8E50B-BF99-434E-B116-8D2515496A83}" dt="2026-01-05T12:25:13.316" v="885" actId="1076"/>
          <ac:spMkLst>
            <pc:docMk/>
            <pc:sldMk cId="1384754501" sldId="286"/>
            <ac:spMk id="3" creationId="{E88EB381-D8D2-C99D-52B2-6806B450C036}"/>
          </ac:spMkLst>
        </pc:spChg>
      </pc:sldChg>
      <pc:sldChg chg="modSp add mod setBg">
        <pc:chgData name="polepalli keerthi" userId="8aee31935cafc270" providerId="LiveId" clId="{43A8E50B-BF99-434E-B116-8D2515496A83}" dt="2026-01-21T12:23:22.849" v="1209"/>
        <pc:sldMkLst>
          <pc:docMk/>
          <pc:sldMk cId="2262862799" sldId="287"/>
        </pc:sldMkLst>
        <pc:spChg chg="mod">
          <ac:chgData name="polepalli keerthi" userId="8aee31935cafc270" providerId="LiveId" clId="{43A8E50B-BF99-434E-B116-8D2515496A83}" dt="2026-01-05T12:25:53.418" v="888" actId="207"/>
          <ac:spMkLst>
            <pc:docMk/>
            <pc:sldMk cId="2262862799" sldId="287"/>
            <ac:spMk id="2" creationId="{A365F1B9-3B43-135B-967B-448933E65713}"/>
          </ac:spMkLst>
        </pc:spChg>
        <pc:spChg chg="mod">
          <ac:chgData name="polepalli keerthi" userId="8aee31935cafc270" providerId="LiveId" clId="{43A8E50B-BF99-434E-B116-8D2515496A83}" dt="2026-01-05T12:26:17.719" v="895" actId="207"/>
          <ac:spMkLst>
            <pc:docMk/>
            <pc:sldMk cId="2262862799" sldId="287"/>
            <ac:spMk id="3" creationId="{DD45ACC4-80D9-8242-23AB-123736A892C0}"/>
          </ac:spMkLst>
        </pc:spChg>
      </pc:sldChg>
      <pc:sldChg chg="addSp modSp add mod setBg">
        <pc:chgData name="polepalli keerthi" userId="8aee31935cafc270" providerId="LiveId" clId="{43A8E50B-BF99-434E-B116-8D2515496A83}" dt="2026-01-21T12:23:22.849" v="1209"/>
        <pc:sldMkLst>
          <pc:docMk/>
          <pc:sldMk cId="487232192" sldId="288"/>
        </pc:sldMkLst>
        <pc:spChg chg="mod">
          <ac:chgData name="polepalli keerthi" userId="8aee31935cafc270" providerId="LiveId" clId="{43A8E50B-BF99-434E-B116-8D2515496A83}" dt="2026-01-05T12:26:58.579" v="898" actId="207"/>
          <ac:spMkLst>
            <pc:docMk/>
            <pc:sldMk cId="487232192" sldId="288"/>
            <ac:spMk id="2" creationId="{515E160A-364A-713C-FFDC-950A74E6C970}"/>
          </ac:spMkLst>
        </pc:spChg>
        <pc:spChg chg="mod">
          <ac:chgData name="polepalli keerthi" userId="8aee31935cafc270" providerId="LiveId" clId="{43A8E50B-BF99-434E-B116-8D2515496A83}" dt="2026-01-05T12:29:11.700" v="960" actId="1076"/>
          <ac:spMkLst>
            <pc:docMk/>
            <pc:sldMk cId="487232192" sldId="288"/>
            <ac:spMk id="3" creationId="{D685A003-3D52-3ABE-5B6C-BCD64B848897}"/>
          </ac:spMkLst>
        </pc:spChg>
        <pc:spChg chg="add mod">
          <ac:chgData name="polepalli keerthi" userId="8aee31935cafc270" providerId="LiveId" clId="{43A8E50B-BF99-434E-B116-8D2515496A83}" dt="2026-01-05T12:29:26.843" v="961" actId="1076"/>
          <ac:spMkLst>
            <pc:docMk/>
            <pc:sldMk cId="487232192" sldId="288"/>
            <ac:spMk id="4" creationId="{205647B2-838C-EFE6-B10D-8B8243395DBB}"/>
          </ac:spMkLst>
        </pc:spChg>
      </pc:sldChg>
      <pc:sldChg chg="addSp modSp add mod setBg">
        <pc:chgData name="polepalli keerthi" userId="8aee31935cafc270" providerId="LiveId" clId="{43A8E50B-BF99-434E-B116-8D2515496A83}" dt="2026-01-21T12:23:22.849" v="1209"/>
        <pc:sldMkLst>
          <pc:docMk/>
          <pc:sldMk cId="1048188961" sldId="290"/>
        </pc:sldMkLst>
        <pc:spChg chg="mod">
          <ac:chgData name="polepalli keerthi" userId="8aee31935cafc270" providerId="LiveId" clId="{43A8E50B-BF99-434E-B116-8D2515496A83}" dt="2026-01-21T12:14:34.200" v="1116"/>
          <ac:spMkLst>
            <pc:docMk/>
            <pc:sldMk cId="1048188961" sldId="290"/>
            <ac:spMk id="2" creationId="{FF8644D5-9542-1C2E-14B3-33C9C4806B04}"/>
          </ac:spMkLst>
        </pc:spChg>
        <pc:spChg chg="add mod">
          <ac:chgData name="polepalli keerthi" userId="8aee31935cafc270" providerId="LiveId" clId="{43A8E50B-BF99-434E-B116-8D2515496A83}" dt="2026-01-21T12:18:03.882" v="1179" actId="1076"/>
          <ac:spMkLst>
            <pc:docMk/>
            <pc:sldMk cId="1048188961" sldId="290"/>
            <ac:spMk id="3" creationId="{83206D76-04A1-AD60-6195-DF42D11C7BDC}"/>
          </ac:spMkLst>
        </pc:spChg>
        <pc:spChg chg="mod">
          <ac:chgData name="polepalli keerthi" userId="8aee31935cafc270" providerId="LiveId" clId="{43A8E50B-BF99-434E-B116-8D2515496A83}" dt="2026-01-21T12:17:24.208" v="1173" actId="14100"/>
          <ac:spMkLst>
            <pc:docMk/>
            <pc:sldMk cId="1048188961" sldId="290"/>
            <ac:spMk id="6" creationId="{E6EFFDD6-DB0F-49F8-C435-6A9941EA4EED}"/>
          </ac:spMkLst>
        </pc:spChg>
      </pc:sldChg>
      <pc:sldChg chg="modSp add mod setBg">
        <pc:chgData name="polepalli keerthi" userId="8aee31935cafc270" providerId="LiveId" clId="{43A8E50B-BF99-434E-B116-8D2515496A83}" dt="2026-01-21T12:23:22.849" v="1209"/>
        <pc:sldMkLst>
          <pc:docMk/>
          <pc:sldMk cId="1965947045" sldId="291"/>
        </pc:sldMkLst>
        <pc:spChg chg="mod">
          <ac:chgData name="polepalli keerthi" userId="8aee31935cafc270" providerId="LiveId" clId="{43A8E50B-BF99-434E-B116-8D2515496A83}" dt="2026-01-21T12:08:15.941" v="1077" actId="207"/>
          <ac:spMkLst>
            <pc:docMk/>
            <pc:sldMk cId="1965947045" sldId="291"/>
            <ac:spMk id="2" creationId="{936CFCB2-EA7F-BB35-0505-F21F9DF91F71}"/>
          </ac:spMkLst>
        </pc:spChg>
        <pc:spChg chg="mod">
          <ac:chgData name="polepalli keerthi" userId="8aee31935cafc270" providerId="LiveId" clId="{43A8E50B-BF99-434E-B116-8D2515496A83}" dt="2026-01-21T12:08:09.892" v="1076" actId="207"/>
          <ac:spMkLst>
            <pc:docMk/>
            <pc:sldMk cId="1965947045" sldId="291"/>
            <ac:spMk id="6" creationId="{CD1D4988-8B16-69A1-29D2-D2C2F4F4ABA3}"/>
          </ac:spMkLst>
        </pc:spChg>
      </pc:sldChg>
      <pc:sldChg chg="modSp add mod setBg">
        <pc:chgData name="polepalli keerthi" userId="8aee31935cafc270" providerId="LiveId" clId="{43A8E50B-BF99-434E-B116-8D2515496A83}" dt="2026-01-21T12:23:22.849" v="1209"/>
        <pc:sldMkLst>
          <pc:docMk/>
          <pc:sldMk cId="346957131" sldId="292"/>
        </pc:sldMkLst>
        <pc:spChg chg="mod">
          <ac:chgData name="polepalli keerthi" userId="8aee31935cafc270" providerId="LiveId" clId="{43A8E50B-BF99-434E-B116-8D2515496A83}" dt="2026-01-21T12:10:57.207" v="1083" actId="207"/>
          <ac:spMkLst>
            <pc:docMk/>
            <pc:sldMk cId="346957131" sldId="292"/>
            <ac:spMk id="2" creationId="{DF6591C9-576F-7B16-CEF1-0FAAE72E459B}"/>
          </ac:spMkLst>
        </pc:spChg>
        <pc:spChg chg="mod">
          <ac:chgData name="polepalli keerthi" userId="8aee31935cafc270" providerId="LiveId" clId="{43A8E50B-BF99-434E-B116-8D2515496A83}" dt="2026-01-21T12:11:11.567" v="1087" actId="207"/>
          <ac:spMkLst>
            <pc:docMk/>
            <pc:sldMk cId="346957131" sldId="292"/>
            <ac:spMk id="6" creationId="{4847EFDC-94F6-99EA-AD8D-A70152ECB1A5}"/>
          </ac:spMkLst>
        </pc:spChg>
      </pc:sldChg>
      <pc:sldChg chg="modSp add mod setBg">
        <pc:chgData name="polepalli keerthi" userId="8aee31935cafc270" providerId="LiveId" clId="{43A8E50B-BF99-434E-B116-8D2515496A83}" dt="2026-01-21T12:23:22.849" v="1209"/>
        <pc:sldMkLst>
          <pc:docMk/>
          <pc:sldMk cId="1485368411" sldId="293"/>
        </pc:sldMkLst>
        <pc:spChg chg="mod">
          <ac:chgData name="polepalli keerthi" userId="8aee31935cafc270" providerId="LiveId" clId="{43A8E50B-BF99-434E-B116-8D2515496A83}" dt="2026-01-21T12:11:55.299" v="1092" actId="207"/>
          <ac:spMkLst>
            <pc:docMk/>
            <pc:sldMk cId="1485368411" sldId="293"/>
            <ac:spMk id="2" creationId="{297EAC5D-90EF-D884-ACB9-5B47C6AD0453}"/>
          </ac:spMkLst>
        </pc:spChg>
        <pc:spChg chg="mod">
          <ac:chgData name="polepalli keerthi" userId="8aee31935cafc270" providerId="LiveId" clId="{43A8E50B-BF99-434E-B116-8D2515496A83}" dt="2026-01-21T12:12:13.841" v="1098" actId="207"/>
          <ac:spMkLst>
            <pc:docMk/>
            <pc:sldMk cId="1485368411" sldId="293"/>
            <ac:spMk id="6" creationId="{44112998-5AE4-B0B5-BEDF-FAA554F666BE}"/>
          </ac:spMkLst>
        </pc:spChg>
      </pc:sldChg>
      <pc:sldChg chg="modSp add mod setBg">
        <pc:chgData name="polepalli keerthi" userId="8aee31935cafc270" providerId="LiveId" clId="{43A8E50B-BF99-434E-B116-8D2515496A83}" dt="2026-01-21T12:23:22.849" v="1209"/>
        <pc:sldMkLst>
          <pc:docMk/>
          <pc:sldMk cId="3023289132" sldId="294"/>
        </pc:sldMkLst>
        <pc:spChg chg="mod">
          <ac:chgData name="polepalli keerthi" userId="8aee31935cafc270" providerId="LiveId" clId="{43A8E50B-BF99-434E-B116-8D2515496A83}" dt="2026-01-21T12:12:50.332" v="1105" actId="2711"/>
          <ac:spMkLst>
            <pc:docMk/>
            <pc:sldMk cId="3023289132" sldId="294"/>
            <ac:spMk id="2" creationId="{70FCF821-948F-F84F-BDB0-827DAAC86293}"/>
          </ac:spMkLst>
        </pc:spChg>
        <pc:spChg chg="mod">
          <ac:chgData name="polepalli keerthi" userId="8aee31935cafc270" providerId="LiveId" clId="{43A8E50B-BF99-434E-B116-8D2515496A83}" dt="2026-01-21T12:13:25.968" v="1111" actId="255"/>
          <ac:spMkLst>
            <pc:docMk/>
            <pc:sldMk cId="3023289132" sldId="294"/>
            <ac:spMk id="6" creationId="{F0647839-0E78-3499-5877-B06257A60687}"/>
          </ac:spMkLst>
        </pc:spChg>
      </pc:sldChg>
      <pc:sldChg chg="addSp modSp add mod setBg">
        <pc:chgData name="polepalli keerthi" userId="8aee31935cafc270" providerId="LiveId" clId="{43A8E50B-BF99-434E-B116-8D2515496A83}" dt="2026-01-21T12:23:22.849" v="1209"/>
        <pc:sldMkLst>
          <pc:docMk/>
          <pc:sldMk cId="3958903520" sldId="295"/>
        </pc:sldMkLst>
        <pc:spChg chg="mod">
          <ac:chgData name="polepalli keerthi" userId="8aee31935cafc270" providerId="LiveId" clId="{43A8E50B-BF99-434E-B116-8D2515496A83}" dt="2026-01-21T12:21:06.180" v="1202" actId="207"/>
          <ac:spMkLst>
            <pc:docMk/>
            <pc:sldMk cId="3958903520" sldId="295"/>
            <ac:spMk id="6" creationId="{5D1FB190-FB6A-DFC8-ACC8-3083E8508156}"/>
          </ac:spMkLst>
        </pc:spChg>
      </pc:sldChg>
      <pc:sldChg chg="delSp modSp add mod setBg">
        <pc:chgData name="polepalli keerthi" userId="8aee31935cafc270" providerId="LiveId" clId="{43A8E50B-BF99-434E-B116-8D2515496A83}" dt="2026-01-21T12:23:22.849" v="1209"/>
        <pc:sldMkLst>
          <pc:docMk/>
          <pc:sldMk cId="3693043395" sldId="296"/>
        </pc:sldMkLst>
        <pc:spChg chg="mod">
          <ac:chgData name="polepalli keerthi" userId="8aee31935cafc270" providerId="LiveId" clId="{43A8E50B-BF99-434E-B116-8D2515496A83}" dt="2026-01-21T12:19:09.355" v="1188" actId="207"/>
          <ac:spMkLst>
            <pc:docMk/>
            <pc:sldMk cId="3693043395" sldId="296"/>
            <ac:spMk id="2" creationId="{B3E33B17-DB37-DB44-F4E4-B1C04E8CEF6C}"/>
          </ac:spMkLst>
        </pc:spChg>
        <pc:spChg chg="mod">
          <ac:chgData name="polepalli keerthi" userId="8aee31935cafc270" providerId="LiveId" clId="{43A8E50B-BF99-434E-B116-8D2515496A83}" dt="2026-01-21T12:18:59.276" v="1186" actId="255"/>
          <ac:spMkLst>
            <pc:docMk/>
            <pc:sldMk cId="3693043395" sldId="296"/>
            <ac:spMk id="6" creationId="{FF01FD1C-7A55-C0A2-29B9-2FC959E985D8}"/>
          </ac:spMkLst>
        </pc:spChg>
      </pc:sldChg>
      <pc:sldChg chg="addSp delSp modSp add mod">
        <pc:chgData name="polepalli keerthi" userId="8aee31935cafc270" providerId="LiveId" clId="{43A8E50B-BF99-434E-B116-8D2515496A83}" dt="2026-01-21T12:35:29.323" v="1278" actId="207"/>
        <pc:sldMkLst>
          <pc:docMk/>
          <pc:sldMk cId="4287029379" sldId="297"/>
        </pc:sldMkLst>
        <pc:spChg chg="mod">
          <ac:chgData name="polepalli keerthi" userId="8aee31935cafc270" providerId="LiveId" clId="{43A8E50B-BF99-434E-B116-8D2515496A83}" dt="2026-01-21T12:33:46.699" v="1252" actId="20577"/>
          <ac:spMkLst>
            <pc:docMk/>
            <pc:sldMk cId="4287029379" sldId="297"/>
            <ac:spMk id="2" creationId="{00AD264A-29DA-3B20-88D6-8F7EE5C4D391}"/>
          </ac:spMkLst>
        </pc:spChg>
        <pc:spChg chg="add mod">
          <ac:chgData name="polepalli keerthi" userId="8aee31935cafc270" providerId="LiveId" clId="{43A8E50B-BF99-434E-B116-8D2515496A83}" dt="2026-01-21T12:35:29.323" v="1278" actId="207"/>
          <ac:spMkLst>
            <pc:docMk/>
            <pc:sldMk cId="4287029379" sldId="297"/>
            <ac:spMk id="3" creationId="{5F78E54A-5B0C-AED0-CCC5-B22CB4EDA919}"/>
          </ac:spMkLst>
        </pc:spChg>
      </pc:sldChg>
      <pc:sldMasterChg chg="setBg modSldLayout">
        <pc:chgData name="polepalli keerthi" userId="8aee31935cafc270" providerId="LiveId" clId="{43A8E50B-BF99-434E-B116-8D2515496A83}" dt="2026-01-21T12:23:22.849" v="1209"/>
        <pc:sldMasterMkLst>
          <pc:docMk/>
          <pc:sldMasterMk cId="2346251051" sldId="2147483648"/>
        </pc:sldMasterMkLst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1659756515" sldId="2147483649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3786876825" sldId="2147483650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3602678805" sldId="2147483651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3527791066" sldId="2147483652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3971016106" sldId="2147483653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1758111529" sldId="2147483654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302416926" sldId="2147483655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3769764688" sldId="2147483656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769637093" sldId="2147483657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2012076707" sldId="2147483658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445927127" sldId="2147483659"/>
          </pc:sldLayoutMkLst>
        </pc:sldLayoutChg>
        <pc:sldLayoutChg chg="setBg">
          <pc:chgData name="polepalli keerthi" userId="8aee31935cafc270" providerId="LiveId" clId="{43A8E50B-BF99-434E-B116-8D2515496A83}" dt="2026-01-21T12:23:22.849" v="1209"/>
          <pc:sldLayoutMkLst>
            <pc:docMk/>
            <pc:sldMasterMk cId="2346251051" sldId="2147483648"/>
            <pc:sldLayoutMk cId="2673943605" sldId="214748366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2/3/2026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2/3/2026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2/3/2026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2/3/2026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2/3/2026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C2063D0-D7B1-E5EB-ACF3-816DBE949BDF}"/>
              </a:ext>
            </a:extLst>
          </p:cNvPr>
          <p:cNvSpPr txBox="1"/>
          <p:nvPr/>
        </p:nvSpPr>
        <p:spPr>
          <a:xfrm>
            <a:off x="1315616" y="2126054"/>
            <a:ext cx="90133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</a:t>
            </a:r>
          </a:p>
          <a:p>
            <a:pPr algn="ctr"/>
            <a:r>
              <a:rPr lang="en-US" sz="5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System</a:t>
            </a:r>
            <a:endParaRPr lang="en-IN" sz="5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74764A-0E63-C284-963D-05BBEAD09294}"/>
              </a:ext>
            </a:extLst>
          </p:cNvPr>
          <p:cNvSpPr txBox="1"/>
          <p:nvPr/>
        </p:nvSpPr>
        <p:spPr>
          <a:xfrm>
            <a:off x="9153331" y="4394719"/>
            <a:ext cx="1632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P.Keerthi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B544F3-F718-D4CF-1A2B-E6D65F2A9980}"/>
              </a:ext>
            </a:extLst>
          </p:cNvPr>
          <p:cNvSpPr txBox="1"/>
          <p:nvPr/>
        </p:nvSpPr>
        <p:spPr>
          <a:xfrm>
            <a:off x="1104899" y="1651518"/>
            <a:ext cx="9317395" cy="3586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an Intelligent Inventory Management System used to manage users, products, and stock in an organized way.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maintain accurate inventory records and reduces manual errors.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controls user access to prevent unauthorized actions.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levels are updated automatically whenever products are added or removed.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system improves efficiency and reliability in inventory operations.</a:t>
            </a:r>
          </a:p>
        </p:txBody>
      </p:sp>
    </p:spTree>
    <p:extLst>
      <p:ext uri="{BB962C8B-B14F-4D97-AF65-F5344CB8AC3E}">
        <p14:creationId xmlns:p14="http://schemas.microsoft.com/office/powerpoint/2010/main" val="401027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91D72-5366-5C80-4BBE-B3808C99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D264A-29DA-3B20-88D6-8F7EE5C4D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78E54A-5B0C-AED0-CCC5-B22CB4EDA919}"/>
              </a:ext>
            </a:extLst>
          </p:cNvPr>
          <p:cNvSpPr txBox="1"/>
          <p:nvPr/>
        </p:nvSpPr>
        <p:spPr>
          <a:xfrm>
            <a:off x="1104900" y="1726163"/>
            <a:ext cx="934538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17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(Authentication)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(Communication between frontend &amp; backend)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87029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AAE84D0-A5F4-CDC3-2916-46606A7BC9D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104900" y="1473574"/>
            <a:ext cx="9755605" cy="4134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Controller – Service – Repository architecture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Controller Layer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requests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Contains business logic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Repository Layer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Interacts with database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clear separation of responsibilities and easy system growth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AUTHENTICATION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80D28D-C02B-CDB6-D341-81994FA0A384}"/>
              </a:ext>
            </a:extLst>
          </p:cNvPr>
          <p:cNvSpPr txBox="1"/>
          <p:nvPr/>
        </p:nvSpPr>
        <p:spPr>
          <a:xfrm>
            <a:off x="1104900" y="1660849"/>
            <a:ext cx="8113745" cy="3078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access</a:t>
            </a: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the system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Authenticates valid users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 unauthorized usage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login, signup, and password recovery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token-based authentication</a:t>
            </a:r>
            <a:endParaRPr lang="en-US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54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CLASSES USED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95DEFF-8BA9-01D3-0C8E-055E0944A48A}"/>
              </a:ext>
            </a:extLst>
          </p:cNvPr>
          <p:cNvSpPr txBox="1"/>
          <p:nvPr/>
        </p:nvSpPr>
        <p:spPr>
          <a:xfrm>
            <a:off x="1104900" y="1726163"/>
            <a:ext cx="9214757" cy="4665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C7658C-080A-BB95-1FEB-389717690E11}"/>
              </a:ext>
            </a:extLst>
          </p:cNvPr>
          <p:cNvSpPr txBox="1"/>
          <p:nvPr/>
        </p:nvSpPr>
        <p:spPr>
          <a:xfrm>
            <a:off x="1104900" y="1556454"/>
            <a:ext cx="7134031" cy="4094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                              </a:t>
            </a:r>
            <a:r>
              <a:rPr lang="en-IN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Represents user entity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r>
              <a:rPr lang="en-IN" sz="22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authentication requests</a:t>
            </a:r>
          </a:p>
          <a:p>
            <a:pPr>
              <a:lnSpc>
                <a:spcPct val="150000"/>
              </a:lnSpc>
            </a:pPr>
            <a:r>
              <a:rPr lang="en-IN" sz="2200" b="1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sz="22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IN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authentication logic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b="1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r>
              <a:rPr lang="en-US" sz="22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operations</a:t>
            </a:r>
          </a:p>
          <a:p>
            <a:pPr>
              <a:lnSpc>
                <a:spcPct val="150000"/>
              </a:lnSpc>
            </a:pPr>
            <a:r>
              <a:rPr lang="en-US" sz="2200" b="1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JWTUtility</a:t>
            </a:r>
            <a:r>
              <a:rPr lang="en-US" sz="22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secure tokens</a:t>
            </a:r>
          </a:p>
          <a:p>
            <a:pPr>
              <a:lnSpc>
                <a:spcPct val="150000"/>
              </a:lnSpc>
            </a:pPr>
            <a:r>
              <a:rPr lang="en-US" sz="2200" b="1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EmailService</a:t>
            </a:r>
            <a:r>
              <a:rPr lang="en-US" sz="22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2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Sends password reset emails</a:t>
            </a:r>
          </a:p>
          <a:p>
            <a:pPr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49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FUNCTIONAL FLOW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DA0E17-2B6E-90E2-DBB9-3502D5E907D9}"/>
              </a:ext>
            </a:extLst>
          </p:cNvPr>
          <p:cNvSpPr txBox="1"/>
          <p:nvPr/>
        </p:nvSpPr>
        <p:spPr>
          <a:xfrm>
            <a:off x="1104900" y="1520889"/>
            <a:ext cx="782449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enters credentials from UI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 goes to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validates user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fetches user data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token generated on success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gains authorized access</a:t>
            </a:r>
          </a:p>
          <a:p>
            <a:pPr algn="just"/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</a:p>
          <a:p>
            <a:pPr algn="just"/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→ Controller → Service → Repository → Database</a:t>
            </a:r>
          </a:p>
          <a:p>
            <a:pPr algn="just"/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Sign up pseudocode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899" y="1758820"/>
            <a:ext cx="7451271" cy="4572000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 Controller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signup(request)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userDetails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request data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result =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AuthService.registerUser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userDetails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result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US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02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E49E9-CE7C-546F-9BE3-E2B20694E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BE3FD-B576-3678-5A81-B11986454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Sign up pseudocode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355E6-0B5C-686C-A3FC-925E41D6A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141" y="1385596"/>
            <a:ext cx="4991100" cy="4572000"/>
          </a:xfrm>
        </p:spPr>
        <p:txBody>
          <a:bodyPr>
            <a:noAutofit/>
          </a:bodyPr>
          <a:lstStyle/>
          <a:p>
            <a:r>
              <a:rPr lang="en-US" sz="1200" b="1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Auth Service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CLASS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AuthService</a:t>
            </a:r>
            <a:endParaRPr lang="en-IN" sz="1200" dirty="0">
              <a:solidFill>
                <a:schemeClr val="tx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FUNCTION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registerUser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userDetails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existingUser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UserRepository.findByUsername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userDetails.username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IF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existingUser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exists THEN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    RETURN "User already exists"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END IF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encryptedPassword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encrypt(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userDetails.password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newUser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create User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newUser.username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userDetails.username</a:t>
            </a:r>
            <a:endParaRPr lang="en-IN" sz="1200" dirty="0">
              <a:solidFill>
                <a:schemeClr val="tx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newUser.password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encryptedPassword</a:t>
            </a:r>
            <a:endParaRPr lang="en-IN" sz="1200" dirty="0">
              <a:solidFill>
                <a:schemeClr val="tx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newUser.role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userDetails.role</a:t>
            </a:r>
            <a:endParaRPr lang="en-IN" sz="1200" dirty="0">
              <a:solidFill>
                <a:schemeClr val="tx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newUser.email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userDetails.email</a:t>
            </a:r>
            <a:endParaRPr lang="en-IN" sz="1200" dirty="0">
              <a:solidFill>
                <a:schemeClr val="tx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UserRepository.save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newUser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RETURN "Signup successful"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END CLASS</a:t>
            </a:r>
          </a:p>
          <a:p>
            <a:endParaRPr lang="en-IN" sz="1200" dirty="0">
              <a:solidFill>
                <a:schemeClr val="tx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33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92DB1-3549-4E2B-3E6B-FEA0D59E0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FF08-210D-5097-9BCD-BFE8D0CDB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Sign in pseudocode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5B8E4-050C-0F75-0CC1-294C93A0F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899" y="1758820"/>
            <a:ext cx="7451271" cy="4572000"/>
          </a:xfrm>
        </p:spPr>
        <p:txBody>
          <a:bodyPr>
            <a:noAutofit/>
          </a:bodyPr>
          <a:lstStyle/>
          <a:p>
            <a:r>
              <a:rPr lang="en-US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 Controller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signin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(request)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username =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request.username</a:t>
            </a: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password =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request.password</a:t>
            </a: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token =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AuthService.authenticate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(username, password)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token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US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21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15BD3B-DE52-0996-A46F-C2E30F7AD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B80E-BAAB-64A1-D65C-EA65BFD1D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Sign in pseudocode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79C55-8842-8534-7390-DA45B65EF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1593" y="1404257"/>
            <a:ext cx="7451271" cy="4572000"/>
          </a:xfrm>
        </p:spPr>
        <p:txBody>
          <a:bodyPr>
            <a:noAutofit/>
          </a:bodyPr>
          <a:lstStyle/>
          <a:p>
            <a:r>
              <a:rPr lang="en-US" sz="1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 Service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5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endParaRPr lang="en-IN" sz="15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authenticate(username, password)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user = </a:t>
            </a:r>
            <a:r>
              <a:rPr lang="en-IN" sz="15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UserRepository.findByUsername</a:t>
            </a:r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(username)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IF user does not exist THEN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"Invalid username"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END IF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IF password matches encrypted password THEN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token = </a:t>
            </a:r>
            <a:r>
              <a:rPr lang="en-IN" sz="15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JWTUtility.generateToken</a:t>
            </a:r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(user)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token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ELSE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"Invalid password"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END IF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US" sz="15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35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F1750-4E77-9C46-EE01-320406AF2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88A02-4CD8-8EA9-790E-852AF0A6C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Forgot Password Pseudocode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73C2C-F4A0-9449-273A-BD06E5813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9469" y="1469570"/>
            <a:ext cx="5355772" cy="5105401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 Controller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forgotPassword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(request)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email =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request.email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result =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AuthService.processForgotPassword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(email)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result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US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7F2DF90-2A3D-B397-7CB9-701C2B51163D}"/>
              </a:ext>
            </a:extLst>
          </p:cNvPr>
          <p:cNvSpPr txBox="1">
            <a:spLocks/>
          </p:cNvSpPr>
          <p:nvPr/>
        </p:nvSpPr>
        <p:spPr>
          <a:xfrm>
            <a:off x="6354147" y="1469571"/>
            <a:ext cx="5433527" cy="5105401"/>
          </a:xfrm>
          <a:prstGeom prst="rect">
            <a:avLst/>
          </a:prstGeom>
          <a:ln>
            <a:noFill/>
          </a:ln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processForgotPassword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(email)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user =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UserRepository.findByEmail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(email)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IF user does not exist THEN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"Email not registered"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END IF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resetToken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generateResetToken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save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resetToken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user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EmailService.sendResetLink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(email,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resetToken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"Password reset link sent"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9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CC995-07B6-42A8-B779-EEEB7AB52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6643E-7812-D6AE-C0D9-8DAE1AA88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0"/>
            <a:ext cx="9980682" cy="109696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–Reset Password Pseudocode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F3F3D-2FAB-2DDC-25A6-D86887C82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464906"/>
            <a:ext cx="4148235" cy="5105401"/>
          </a:xfrm>
          <a:ln>
            <a:noFill/>
          </a:ln>
        </p:spPr>
        <p:txBody>
          <a:bodyPr>
            <a:no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 Controller : 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(token,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result =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AuthService.resetPassword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(token,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result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3E58F-4C90-4246-1FAE-07957B7681A5}"/>
              </a:ext>
            </a:extLst>
          </p:cNvPr>
          <p:cNvSpPr txBox="1"/>
          <p:nvPr/>
        </p:nvSpPr>
        <p:spPr>
          <a:xfrm>
            <a:off x="6606073" y="1380930"/>
            <a:ext cx="410546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 Service : 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(token,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user = find user by reset token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IF token invalid or expired THEN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RETURN "Invalid token"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END IF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encryptedPassword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encrypt(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user.password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encryptedPassword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clear reset token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save user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"Password reset successful"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71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D61741-1CFC-6D53-C350-99EA877C7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3F72A-610F-5568-4268-27C952653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59" y="550505"/>
            <a:ext cx="9980682" cy="59249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PRODUCT / INVENTORY MANAGEMENT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DEE42-66DA-DFD3-A968-77C702FB2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5659" y="1735495"/>
            <a:ext cx="4384548" cy="45720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product details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Tracks stock quantity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products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accurate inventory updates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Avoids negative stock conditions</a:t>
            </a:r>
          </a:p>
        </p:txBody>
      </p:sp>
    </p:spTree>
    <p:extLst>
      <p:ext uri="{BB962C8B-B14F-4D97-AF65-F5344CB8AC3E}">
        <p14:creationId xmlns:p14="http://schemas.microsoft.com/office/powerpoint/2010/main" val="416582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68D77-9187-B89C-B616-703399B8E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514D9-662C-B001-284C-D4E67435B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CLASSES USED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EDE4F50-1D49-A7FE-6F20-DD2B1E45797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04900" y="1491879"/>
            <a:ext cx="4138904" cy="4602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entity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ProductController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Handles product requests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inventory logic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operations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884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988BF-28B0-EE4B-0133-1F3C07A80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D136E-7AE0-2BA5-B232-035998C66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PRODUCT CLASS 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1776397-305E-78F0-439F-1401A2AC3D8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04900" y="1670593"/>
            <a:ext cx="2839239" cy="4094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contains: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ID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SKU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Price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 Quantity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Minimum Stock Level</a:t>
            </a:r>
          </a:p>
        </p:txBody>
      </p:sp>
    </p:spTree>
    <p:extLst>
      <p:ext uri="{BB962C8B-B14F-4D97-AF65-F5344CB8AC3E}">
        <p14:creationId xmlns:p14="http://schemas.microsoft.com/office/powerpoint/2010/main" val="93421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53802-98DF-AE43-9B7D-4823A9749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D40F9-2006-F621-4244-8398CFA3A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59" y="662473"/>
            <a:ext cx="9980682" cy="52002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FUNCTIONAL FLOW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E407465-3CFE-9828-7F8E-E861092BCB0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05659" y="1601773"/>
            <a:ext cx="942003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adds product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Stock-in increases quantity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Stock-out decreases quantity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 done before update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updated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Alerts triggered if stock is low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→ 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ProductController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</a:t>
            </a:r>
            <a:r>
              <a:rPr lang="en-US" alt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Database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81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1243B-2677-0191-9612-DD699512B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C62F-A463-C3E5-0F90-DB1882A1C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59" y="409931"/>
            <a:ext cx="9980682" cy="109696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IN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ProductController</a:t>
            </a:r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b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24E69-7C29-B162-1852-9E885700C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5659" y="1394926"/>
            <a:ext cx="7758423" cy="45720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ProductController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addProduct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productData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ProductService.addProduct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productData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stockIn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ProductService.increaseStock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stockOut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ProductService.decreaseStock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pPr>
              <a:lnSpc>
                <a:spcPct val="10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pPr>
              <a:lnSpc>
                <a:spcPct val="100000"/>
              </a:lnSpc>
            </a:pP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7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E0DBC-3935-FDDE-C5AD-F9B927647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CE5E1-50B5-B47B-BEE3-B8DE8F0E5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412102"/>
            <a:ext cx="9980682" cy="1096962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IN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b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95834-14CA-EFD0-120D-6BC3DB3C4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593979"/>
            <a:ext cx="4680080" cy="45720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Product Pseudocode:</a:t>
            </a:r>
            <a:endParaRPr lang="en-US" sz="2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addProduct</a:t>
            </a:r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SKU exists</a:t>
            </a:r>
          </a:p>
          <a:p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“Product already exist"</a:t>
            </a:r>
          </a:p>
          <a:p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IF</a:t>
            </a:r>
          </a:p>
          <a:p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save product</a:t>
            </a:r>
          </a:p>
          <a:p>
            <a:r>
              <a:rPr lang="en-US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US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7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0FC6-A1BD-B3AD-08C7-9C264A554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365449"/>
            <a:ext cx="9980682" cy="1096962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b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2D3648-0A5A-BAE3-F1DC-FD46EC42E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357604"/>
            <a:ext cx="5286569" cy="4572000"/>
          </a:xfrm>
        </p:spPr>
        <p:txBody>
          <a:bodyPr>
            <a:noAutofit/>
          </a:bodyPr>
          <a:lstStyle/>
          <a:p>
            <a:r>
              <a:rPr lang="en-US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in &amp; Stock out operations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increaseStock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product.stock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+= quantity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save product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TransactionService.log("STOCK_IN",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AlertService.checkLowStock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decreaseStock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IF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product.stock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&gt;= quantity THEN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product.stock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-= quantity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save product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TransactionService.log("STOCK_OUT",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13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AlertService.checkLowStock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r>
              <a:rPr lang="en-IN" sz="13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ELSE     </a:t>
            </a:r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"Insufficient Stock"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END IF</a:t>
            </a:r>
          </a:p>
          <a:p>
            <a:r>
              <a:rPr lang="en-IN" sz="13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endParaRPr lang="en-IN" sz="13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691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0C39-96B8-3B59-D12A-995ADE3CE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853751"/>
            <a:ext cx="9980682" cy="620486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</a:t>
            </a:r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</a:t>
            </a:r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b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07FA4-E8E3-9A2F-687A-0842B04EB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5379876" cy="4572000"/>
          </a:xfrm>
        </p:spPr>
        <p:txBody>
          <a:bodyPr>
            <a:normAutofit/>
          </a:bodyPr>
          <a:lstStyle/>
          <a:p>
            <a:r>
              <a:rPr lang="en-IN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ProductRepository</a:t>
            </a:r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findById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product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save(product)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store product in database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IN" sz="2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06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73BDC4-7DEA-5A4D-5FFD-15626EA6F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1193-A1A3-87C0-533B-58CA8AA3D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ALERT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458C4F-85DC-5C16-652C-DBFC62F973CE}"/>
              </a:ext>
            </a:extLst>
          </p:cNvPr>
          <p:cNvSpPr txBox="1"/>
          <p:nvPr/>
        </p:nvSpPr>
        <p:spPr>
          <a:xfrm>
            <a:off x="1104900" y="1716833"/>
            <a:ext cx="10086392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responsible for monitoring inventory levels and generating alerts automatically.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continuously checks stock data received from the inventory module.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module works in the background and helps users take timely action before stock runs out.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adds intelligence to the inventory system by reducing manual monitoring.</a:t>
            </a: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672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4C330-0FDD-7131-23D3-815B979E1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298C1-04E7-E116-9603-51F2CADBE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CLASSES USED IN MODULE 3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88EB381-D8D2-C99D-52B2-6806B450C03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04900" y="1490162"/>
            <a:ext cx="9065467" cy="4275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</a:t>
            </a:r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AlertService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checks stock conditions</a:t>
            </a:r>
          </a:p>
          <a:p>
            <a:r>
              <a:rPr 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NotificationService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sends alerts</a:t>
            </a:r>
          </a:p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Supporting Classes</a:t>
            </a:r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– provides stock and threshold data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– identifies alert recipients</a:t>
            </a:r>
          </a:p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Utility Components</a:t>
            </a:r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/ Dashboard Notification Utility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75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DB0FF-B4B6-94B2-699B-43412F07B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5F1B9-3B43-135B-967B-448933E6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</a:rPr>
              <a:t>FUNCTIONAL FLOW – INVENTORY ALERTS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D45ACC4-80D9-8242-23AB-123736A892C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04900" y="1480101"/>
            <a:ext cx="9065467" cy="389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is updated through stock-in or stock-out operations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Updated product details are sent to </a:t>
            </a:r>
            <a:r>
              <a:rPr 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AlertService</a:t>
            </a:r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AlertService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compares stock quantity with minimum stock level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stock is low, </a:t>
            </a:r>
            <a:r>
              <a:rPr 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NotificationService</a:t>
            </a: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triggered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 is sent to the responsible user</a:t>
            </a:r>
          </a:p>
          <a:p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Representation:</a:t>
            </a:r>
            <a:endParaRPr 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AlertService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NotificationService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User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862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2376A4-466F-8EC7-F7C2-5A79E1F7A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E160A-364A-713C-FFDC-950A74E6C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</a:rPr>
              <a:t>PSEUDOCODE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685A003-3D52-3ABE-5B6C-BCD64B84889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04900" y="1446245"/>
            <a:ext cx="5715778" cy="39039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 SERVICE: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checkLowStock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</a:t>
            </a: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product.stock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product.minStockLevel</a:t>
            </a:r>
            <a:endParaRPr lang="en-US" altLang="en-US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NotificationService.sendAlert</a:t>
            </a: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IF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647B2-838C-EFE6-B10D-8B8243395DBB}"/>
              </a:ext>
            </a:extLst>
          </p:cNvPr>
          <p:cNvSpPr txBox="1"/>
          <p:nvPr/>
        </p:nvSpPr>
        <p:spPr>
          <a:xfrm>
            <a:off x="7287210" y="4114847"/>
            <a:ext cx="4245428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SERVICE:</a:t>
            </a:r>
          </a:p>
          <a:p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sendAlert</a:t>
            </a: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(product)</a:t>
            </a:r>
          </a:p>
          <a:p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prepare alert message</a:t>
            </a:r>
          </a:p>
          <a:p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send notification to admin</a:t>
            </a:r>
          </a:p>
          <a:p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232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1DF98A-90A5-46BD-A946-8D4B1AA84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FCB2-EA7F-BB35-0505-F21F9DF91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4 - </a:t>
            </a:r>
            <a:r>
              <a:rPr lang="en-IN" sz="2800" dirty="0">
                <a:solidFill>
                  <a:schemeClr val="tx2"/>
                </a:solidFill>
              </a:rPr>
              <a:t>TRANSACTION HISTORY / REPORTS &amp; ANALYTICS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1D4988-8B16-69A1-29D2-D2C2F4F4A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665515"/>
            <a:ext cx="9905222" cy="45720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 maintains a complete historical record of all stock movements performed in the system.</a:t>
            </a:r>
          </a:p>
          <a:p>
            <a:pPr algn="just"/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ensures transparency, enables audits, and supports report generation for management review.</a:t>
            </a:r>
          </a:p>
          <a:p>
            <a:pPr algn="just"/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module improves traceability and accountability within inventory operations.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947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9DD720-F4B4-565A-04C4-9BE7F729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591C9-576F-7B16-CEF1-0FAAE72E4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2"/>
                </a:solidFill>
              </a:rPr>
              <a:t>CLASSES USED IN MODULE 4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47EFDC-94F6-99EA-AD8D-A70152ECB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665515"/>
            <a:ext cx="9905222" cy="457200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Layer:</a:t>
            </a: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– stores transaction details</a:t>
            </a:r>
          </a:p>
          <a:p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Layer:</a:t>
            </a: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logs transactions</a:t>
            </a:r>
          </a:p>
          <a:p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 Layer:</a:t>
            </a: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TransactionRepository</a:t>
            </a: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database operations</a:t>
            </a:r>
          </a:p>
          <a:p>
            <a:r>
              <a:rPr lang="en-IN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Supporting Classes:</a:t>
            </a: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– stock data</a:t>
            </a:r>
          </a:p>
          <a:p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– captures who performed transaction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5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9ABCF3-B5FF-17A2-5331-4DB849F7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EAC5D-90EF-D884-ACB9-5B47C6AD0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</a:rPr>
              <a:t>TRANSACTION ENTITY STRUCTURE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112998-5AE4-B0B5-BEDF-FAA554F66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665515"/>
            <a:ext cx="9905222" cy="457200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transaction record contains: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ID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ID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Type (STOCK_IN / STOCK_OUT)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Date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By User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complete tracking of inventory flow.</a:t>
            </a:r>
          </a:p>
        </p:txBody>
      </p:sp>
    </p:spTree>
    <p:extLst>
      <p:ext uri="{BB962C8B-B14F-4D97-AF65-F5344CB8AC3E}">
        <p14:creationId xmlns:p14="http://schemas.microsoft.com/office/powerpoint/2010/main" val="148536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53F69-95C5-A4C1-30EC-C81177F6F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CF821-948F-F84F-BDB0-827DAAC8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FLOW – TRANSACTION HISTORY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647839-0E78-3499-5877-B06257A60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1665515"/>
            <a:ext cx="9905222" cy="4572000"/>
          </a:xfrm>
        </p:spPr>
        <p:txBody>
          <a:bodyPr>
            <a:noAutofit/>
          </a:bodyPr>
          <a:lstStyle/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stock is updated in Module-2</a:t>
            </a:r>
          </a:p>
          <a:p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logs the transaction</a:t>
            </a:r>
          </a:p>
          <a:p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TransactionRepository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saves it into persistent storage</a:t>
            </a:r>
          </a:p>
          <a:p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becomes available for:</a:t>
            </a:r>
          </a:p>
          <a:p>
            <a:pPr lvl="1"/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Audits</a:t>
            </a:r>
          </a:p>
          <a:p>
            <a:pPr lvl="1"/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</a:p>
          <a:p>
            <a:pPr lvl="1"/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  <a:p>
            <a:pPr lvl="1"/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summaries</a:t>
            </a:r>
          </a:p>
          <a:p>
            <a:r>
              <a:rPr lang="en-IN" sz="2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Representation:</a:t>
            </a:r>
            <a:b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ProductService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2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TransactionRepository</a:t>
            </a:r>
            <a:r>
              <a:rPr lang="en-IN"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Database</a:t>
            </a:r>
          </a:p>
        </p:txBody>
      </p:sp>
    </p:spTree>
    <p:extLst>
      <p:ext uri="{BB962C8B-B14F-4D97-AF65-F5344CB8AC3E}">
        <p14:creationId xmlns:p14="http://schemas.microsoft.com/office/powerpoint/2010/main" val="3023289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7F5B6-46B6-9B91-7C11-0675115E5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644D5-9542-1C2E-14B3-33C9C4806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PSEUDOCODE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EFFDD6-DB0F-49F8-C435-6A9941EA4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9545" y="1786812"/>
            <a:ext cx="4148236" cy="4572000"/>
          </a:xfrm>
        </p:spPr>
        <p:txBody>
          <a:bodyPr>
            <a:no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Class (Entity)</a:t>
            </a:r>
            <a:endParaRPr lang="en-I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Transaction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transactionId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quantity</a:t>
            </a: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transactionType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transactionDate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performedByUser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06D76-04A1-AD60-6195-DF42D11C7BDC}"/>
              </a:ext>
            </a:extLst>
          </p:cNvPr>
          <p:cNvSpPr txBox="1"/>
          <p:nvPr/>
        </p:nvSpPr>
        <p:spPr>
          <a:xfrm>
            <a:off x="6232848" y="1558534"/>
            <a:ext cx="4695631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TransactionService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log(type,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quantity)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transaction.date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current date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transaction.type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type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transaction.productId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productId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transaction.quantity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quantity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transaction.user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logged in user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save transaction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18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DE95B-1B0F-DD69-1147-B5393E395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33B17-DB37-DB44-F4E4-B1C04E8C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01FD1C-7A55-C0A2-29B9-2FC959E98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9545" y="1786812"/>
            <a:ext cx="4148236" cy="4572000"/>
          </a:xfrm>
        </p:spPr>
        <p:txBody>
          <a:bodyPr>
            <a:noAutofit/>
          </a:bodyPr>
          <a:lstStyle/>
          <a:p>
            <a:r>
              <a:rPr lang="en-US" sz="20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TransactionRepository</a:t>
            </a: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TransactionRepository</a:t>
            </a: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save(transaction)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store transaction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findAll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all transactions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END FUNCTION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369304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D81E0-489D-D79A-5126-317526E1C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ACF39-5FAA-0227-03A1-A1E4727F5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solidFill>
                  <a:schemeClr val="tx2"/>
                </a:solidFill>
              </a:rPr>
              <a:t>CONCLUSION</a:t>
            </a:r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1FB190-FB6A-DFC8-ACC8-3083E8508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899" y="1600200"/>
            <a:ext cx="9578651" cy="45720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brings together secure user authentication, efficient product and stock management, automated low-stock alerts, and complete transaction tracking into one system.</a:t>
            </a:r>
            <a:b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modules work collectively to maintain accurate inventory data and reduce manual errors.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shortages are prevented through timely alerts, improving operational continuity.</a:t>
            </a:r>
            <a:b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history ensures transparency and supports audits and reporting.</a:t>
            </a:r>
            <a:b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</a:t>
            </a: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Inventra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improves efficiency, reliability, and decision-making in inventory operations.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90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7CFD67-44C0-ED7F-FC0B-7C5D98175E8A}"/>
              </a:ext>
            </a:extLst>
          </p:cNvPr>
          <p:cNvSpPr txBox="1"/>
          <p:nvPr/>
        </p:nvSpPr>
        <p:spPr>
          <a:xfrm>
            <a:off x="3191069" y="2844224"/>
            <a:ext cx="781905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7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231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324</TotalTime>
  <Words>1654</Words>
  <Application>Microsoft Office PowerPoint</Application>
  <PresentationFormat>Widescreen</PresentationFormat>
  <Paragraphs>341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Euphemia</vt:lpstr>
      <vt:lpstr>Plantagenet Cherokee</vt:lpstr>
      <vt:lpstr>Times New Roman</vt:lpstr>
      <vt:lpstr>Wingdings</vt:lpstr>
      <vt:lpstr>Academic Literature 16x9</vt:lpstr>
      <vt:lpstr>PowerPoint Presentation</vt:lpstr>
      <vt:lpstr>Introduction</vt:lpstr>
      <vt:lpstr>Technology Stack</vt:lpstr>
      <vt:lpstr>System Architecture</vt:lpstr>
      <vt:lpstr>MODULE 1: AUTHENTICATION</vt:lpstr>
      <vt:lpstr>MODULE 1: CLASSES USED</vt:lpstr>
      <vt:lpstr>MODULE 1: FUNCTIONAL FLOW</vt:lpstr>
      <vt:lpstr>Module 1 – Sign up pseudocode</vt:lpstr>
      <vt:lpstr>Module 1 – Sign up pseudocode</vt:lpstr>
      <vt:lpstr>Module 1 – Sign in pseudocode</vt:lpstr>
      <vt:lpstr>Module 1 – Sign in pseudocode</vt:lpstr>
      <vt:lpstr>Module 1 – Forgot Password Pseudocode</vt:lpstr>
      <vt:lpstr>Module 1 –Reset Password Pseudocode</vt:lpstr>
      <vt:lpstr>MODULE 2 – PRODUCT / INVENTORY MANAGEMENT</vt:lpstr>
      <vt:lpstr>MODULE 2: CLASSES USED</vt:lpstr>
      <vt:lpstr>MODULE 2: PRODUCT CLASS </vt:lpstr>
      <vt:lpstr>MODULE 2: FUNCTIONAL FLOW</vt:lpstr>
      <vt:lpstr>Module 2 – ProductController Class </vt:lpstr>
      <vt:lpstr>Module 2 – ProductService Class </vt:lpstr>
      <vt:lpstr>Module 2 – ProductService Class </vt:lpstr>
      <vt:lpstr>Module 2 –  ProductRepository Class </vt:lpstr>
      <vt:lpstr>MODULE 3 – ALERT MODULE</vt:lpstr>
      <vt:lpstr>CLASSES USED IN MODULE 3</vt:lpstr>
      <vt:lpstr>FUNCTIONAL FLOW – INVENTORY ALERTS</vt:lpstr>
      <vt:lpstr>PSEUDOCODE</vt:lpstr>
      <vt:lpstr>MODULE 4 - TRANSACTION HISTORY / REPORTS &amp; ANALYTICS</vt:lpstr>
      <vt:lpstr>CLASSES USED IN MODULE 4</vt:lpstr>
      <vt:lpstr>TRANSACTION ENTITY STRUCTURE</vt:lpstr>
      <vt:lpstr>FUNCTIONAL FLOW – TRANSACTION HISTORY</vt:lpstr>
      <vt:lpstr>PSEUDOCODE</vt:lpstr>
      <vt:lpstr>PSEUDOCODE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polepalli keerthi</dc:creator>
  <cp:lastModifiedBy>polepalli keerthi</cp:lastModifiedBy>
  <cp:revision>2</cp:revision>
  <dcterms:created xsi:type="dcterms:W3CDTF">2025-12-22T17:08:50Z</dcterms:created>
  <dcterms:modified xsi:type="dcterms:W3CDTF">2026-02-03T11:29:07Z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