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4"/>
  </p:sldMasterIdLst>
  <p:notesMasterIdLst>
    <p:notesMasterId r:id="rId15"/>
  </p:notesMasterIdLst>
  <p:sldIdLst>
    <p:sldId id="259" r:id="rId5"/>
    <p:sldId id="266" r:id="rId6"/>
    <p:sldId id="265" r:id="rId7"/>
    <p:sldId id="262" r:id="rId8"/>
    <p:sldId id="264" r:id="rId9"/>
    <p:sldId id="263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2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epalli keerthi" userId="8aee31935cafc270" providerId="LiveId" clId="{43A8E50B-BF99-434E-B116-8D2515496A83}"/>
    <pc:docChg chg="modSld">
      <pc:chgData name="polepalli keerthi" userId="8aee31935cafc270" providerId="LiveId" clId="{43A8E50B-BF99-434E-B116-8D2515496A83}" dt="2026-02-03T11:58:08.284" v="0" actId="1076"/>
      <pc:docMkLst>
        <pc:docMk/>
      </pc:docMkLst>
      <pc:sldChg chg="modSp mod">
        <pc:chgData name="polepalli keerthi" userId="8aee31935cafc270" providerId="LiveId" clId="{43A8E50B-BF99-434E-B116-8D2515496A83}" dt="2026-02-03T11:58:08.284" v="0" actId="1076"/>
        <pc:sldMkLst>
          <pc:docMk/>
          <pc:sldMk cId="2838590274" sldId="259"/>
        </pc:sldMkLst>
        <pc:spChg chg="mod">
          <ac:chgData name="polepalli keerthi" userId="8aee31935cafc270" providerId="LiveId" clId="{43A8E50B-BF99-434E-B116-8D2515496A83}" dt="2026-02-03T11:58:08.284" v="0" actId="1076"/>
          <ac:spMkLst>
            <pc:docMk/>
            <pc:sldMk cId="2838590274" sldId="259"/>
            <ac:spMk id="3" creationId="{776A8A8E-5299-4B76-8D85-25C089B4A1F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1:33:19.1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1:54:57.0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1:54:59.9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1526 495 24575,'-1'-16'0,"0"1"0,-2-1 0,1 0 0,-2 1 0,0-1 0,-1 1 0,0 0 0,-2 0 0,1 1 0,-16-23 0,19 32 0,-1 1 0,-1 0 0,1 0 0,0 0 0,-1 1 0,0-1 0,0 1 0,0 0 0,0 1 0,0-1 0,-1 1 0,1 0 0,-1 0 0,1 1 0,-1 0 0,0 0 0,0 0 0,0 0 0,1 1 0,-1 0 0,0 0 0,0 1 0,0 0 0,1 0 0,-1 0 0,0 0 0,1 1 0,-1 0 0,1 0 0,-1 1 0,1 0 0,0 0 0,0 0 0,1 0 0,-1 1 0,0-1 0,1 1 0,0 1 0,0-1 0,0 0 0,-3 6 0,1 1 0,1-1 0,0 1 0,1 0 0,0 0 0,1 0 0,0 1 0,0-1 0,2 1 0,-1-1 0,1 1 0,1 0 0,0 0 0,1-1 0,0 1 0,1 0 0,0-1 0,1 1 0,0-1 0,7 17 0,-3-12 0,1 0 0,0 0 0,1-1 0,1 0 0,0 0 0,1-1 0,0 0 0,2-1 0,-1-1 0,1 0 0,1 0 0,19 11 0,-26-18 0,0-1 0,0-1 0,1 0 0,-1 0 0,1 0 0,-1-1 0,1 0 0,0 0 0,0-1 0,0 0 0,0 0 0,0-1 0,0 0 0,0-1 0,15-2 0,-18 2 0,0-1 0,0 1 0,0-1 0,0-1 0,0 1 0,0 0 0,-1-1 0,1 0 0,-1 0 0,0 0 0,0-1 0,0 0 0,-1 1 0,1-1 0,-1 0 0,0-1 0,0 1 0,0-1 0,0 1 0,-1-1 0,0 0 0,0 0 0,0 0 0,1-10 0,1-6 0,-2 0 0,0-1 0,-2 1 0,0-1 0,-1 1 0,-1-1 0,-1 1 0,-2 0 0,1 0 0,-2 0 0,-1 1 0,-13-28 0,4 14 0,-3-1 0,0 2 0,-2 1 0,-2 0 0,-1 2 0,-28-29 0,40 48 0,0 0 0,-1 1 0,0 0 0,0 1 0,-1 0 0,0 1 0,-1 1 0,-18-7 0,27 12 0,-1 0 0,1 0 0,-1 1 0,1 0 0,-1 0 0,1 1 0,-1 0 0,1 0 0,-1 0 0,-7 2 0,10-1 0,0 0 0,0 1 0,0-1 0,0 1 0,0 0 0,0 0 0,0 0 0,1 1 0,-1-1 0,1 1 0,0 0 0,0 0 0,0 0 0,0 0 0,0 1 0,-3 6 0,2-3 0,1 0 0,0 1 0,0 0 0,1-1 0,0 1 0,0 0 0,1 0 0,0 0 0,0 0 0,1 0 0,0 0 0,1 0 0,-1 0 0,2 0 0,-1 0 0,1 0 0,0 0 0,1 0 0,5 11 0,-2-5 0,1 0 0,0 0 0,1-1 0,0 0 0,1-1 0,1 1 0,0-2 0,0 0 0,19 16 0,-17-19 0,1 1 0,0-1 0,1-1 0,0-1 0,0 0 0,0 0 0,1-2 0,-1 0 0,1 0 0,0-1 0,0-1 0,1-1 0,-1 0 0,0-1 0,0 0 0,1-2 0,-1 0 0,21-5 0,-23 4 0,-1 0 0,0-1 0,0-1 0,0 0 0,-1-1 0,1 0 0,-1 0 0,-1-1 0,0-1 0,0 0 0,0 0 0,-1-1 0,0 0 0,0-1 0,-1 0 0,-1 0 0,0 0 0,0-1 0,-1-1 0,0 1 0,-1-1 0,5-14 0,-8 18 0,0 1 0,0-1 0,-1 0 0,0 1 0,-1-1 0,0 0 0,0 0 0,0 0 0,-1 0 0,0 1 0,-1-1 0,1 0 0,-2 1 0,1-1 0,-1 1 0,0 0 0,0 0 0,-1 0 0,0 0 0,0 0 0,-1 1 0,0 0 0,0 0 0,0 0 0,-1 1 0,0 0 0,0 0 0,0 0 0,-1 1 0,0-1 0,1 2 0,-1-1 0,-1 1 0,1 0 0,0 0 0,-1 1 0,-12-2 0,0 0 0,-1 1 0,0 1 0,0 1 0,0 1 0,0 1 0,0 0 0,0 2 0,0 0 0,0 2 0,1 0 0,0 1 0,0 1 0,0 1 0,1 1 0,0 1 0,1 0 0,0 1 0,1 1 0,0 1 0,-17 16 0,28-23 0,0 0 0,1 1 0,0 0 0,0-1 0,0 1 0,1 1 0,0-1 0,0 1 0,1 0 0,0 0 0,0 0 0,1 0 0,0 0 0,1 0 0,-1 1 0,1 13 0,1-15 0,0 0 0,1 0 0,-1-1 0,1 1 0,1 0 0,-1-1 0,1 1 0,0-1 0,1 0 0,-1 0 0,1 0 0,1 0 0,-1 0 0,1 0 0,0-1 0,0 0 0,1 1 0,-1-2 0,1 1 0,10 7 0,-5-6 0,1-1 0,-1 0 0,1-1 0,0 0 0,0 0 0,0-2 0,0 1 0,1-1 0,-1-1 0,1 0 0,-1-1 0,1 0 0,-1 0 0,16-4 0,-4 1 0,1-2 0,-1-1 0,0-1 0,0-1 0,39-19 0,-50 20 0,-1 0 0,1-1 0,-1 0 0,-1-1 0,0 0 0,0 0 0,-1-1 0,0-1 0,14-21 0,-19 26 0,0 0 0,0-1 0,-1 0 0,0 1 0,0-1 0,-1 0 0,0-1 0,0 1 0,-1 0 0,1 0 0,-2-1 0,1 1 0,-1-1 0,0 1 0,0-1 0,-1 1 0,0 0 0,-1-1 0,-3-9 0,3 12 0,0 1 0,0 0 0,-1 0 0,0 0 0,0 0 0,0 1 0,0-1 0,0 1 0,-1 0 0,0-1 0,1 2 0,-1-1 0,0 0 0,-1 1 0,1 0 0,0 0 0,-1 0 0,1 0 0,-1 1 0,1-1 0,-1 1 0,0 1 0,0-1 0,1 1 0,-10 0 0,0 0 0,0 0 0,1 2 0,-1-1 0,0 2 0,0 0 0,1 1 0,-22 8 0,18-5 0,1 1 0,1 1 0,-1 0 0,1 1 0,1 0 0,0 2 0,1-1 0,0 2 0,0 0 0,1 0 0,1 1 0,1 0 0,0 1 0,0 0 0,2 1 0,0 0 0,1 0 0,0 1 0,-6 24 0,12-35 0,0-1 0,0 0 0,1 1 0,-1-1 0,1 1 0,0-1 0,1 1 0,-1-1 0,1 1 0,0-1 0,1 1 0,-1-1 0,1 0 0,0 0 0,0 0 0,1 0 0,-1 0 0,1 0 0,0-1 0,1 1 0,-1-1 0,1 0 0,0 0 0,0 0 0,0 0 0,0-1 0,1 0 0,-1 0 0,7 4 0,3 0 0,0 0 0,0-1 0,1-1 0,-1 0 0,1 0 0,0-2 0,1 0 0,-1-1 0,22 1 0,-4-3 0,0-2 0,0-2 0,0-1 0,-1-1 0,1-2 0,42-16 0,-17 1 0,0-3 0,77-46 0,-120 62 0,0 0 0,-1 0 0,0-1 0,0-1 0,-1-1 0,-1 0 0,14-19 0,-22 28 0,-1-2 0,0 1 0,0 0 0,-1-1 0,1 1 0,-1-1 0,0 1 0,-1-1 0,0 0 0,0 0 0,1-6 0,-2 7 0,-1 1 0,1-1 0,-1 1 0,0 0 0,0-1 0,0 1 0,0 0 0,-1 0 0,0 0 0,0 0 0,0 0 0,0 0 0,0 0 0,-1 1 0,0-1 0,-5-5 0,-2 1 0,0-1 0,0 1 0,-1 1 0,0 0 0,0 1 0,-1 0 0,0 0 0,0 2 0,0-1 0,-1 1 0,-21-3 0,-1 1 0,1 2 0,-1 1 0,-42 3 0,12 5 0,-1 2 0,1 3 0,0 4 0,2 2 0,-1 2 0,-90 41 0,8 10 0,-204 127 0,331-185 0,14-9 0,0 1 0,0 0 0,0 0 0,0 0 0,0 1 0,1-1 0,-1 1 0,1 0 0,0 1 0,1-1 0,-5 7 0,7-11 0,1 1 0,0-1 0,-1 1 0,1 0 0,0-1 0,-1 1 0,1-1 0,0 1 0,0 0 0,0-1 0,0 1 0,0-1 0,0 1 0,0 0 0,0-1 0,0 1 0,0 0 0,0-1 0,0 1 0,0-1 0,0 1 0,0 0 0,1-1 0,-1 1 0,0-1 0,0 1 0,1-1 0,-1 1 0,0 0 0,1-1 0,-1 1 0,1-1 0,1 1 0,-1 0 0,1 0 0,-1-1 0,1 1 0,-1-1 0,1 1 0,0-1 0,-1 0 0,1 1 0,0-1 0,3 0 0,44-7 0,-33 3 0,0-1 0,1 0 0,-2-1 0,1-1 0,-1 0 0,0-2 0,0 1 0,23-20 0,-37 27 0,0 0 0,0 0 0,0 0 0,0 0 0,0 0 0,0 0 0,0 0 0,0 0 0,-1 0 0,1-1 0,0 1 0,-1 0 0,1-1 0,-1 1 0,1 0 0,-1-1 0,0 1 0,0-1 0,1 1 0,-1-1 0,0 1 0,0 0 0,-1-3 0,1 3 0,-1-1 0,0 1 0,0-1 0,0 1 0,0 0 0,0 0 0,0-1 0,0 1 0,-1 0 0,1 0 0,0 0 0,-1 0 0,1 1 0,-1-1 0,1 0 0,-1 1 0,-1-2 0,-7-1 0,-1 0 0,0 0 0,0 1 0,-19-1 0,-7 4 0,26 0 0,0-1 0,0 0 0,0-1 0,-18-3 0,27 3 0,0 1 0,0-1 0,-1 0 0,1 0 0,0 0 0,0 0 0,0 0 0,0 0 0,0-1 0,0 1 0,0-1 0,0 1 0,1-1 0,-1 0 0,1 0 0,-1 1 0,1-1 0,0 0 0,-1 0 0,1-1 0,0 1 0,0 0 0,1 0 0,-1-1 0,0 1 0,0-3 0,-1-10 0,-1 0 0,-1 0 0,0 0 0,-1 1 0,-12-25 0,14 34 0,0 0 0,0 0 0,-1 1 0,0-1 0,1 1 0,-2 0 0,1 0 0,0 0 0,-1 1 0,0 0 0,0 0 0,0 0 0,0 0 0,0 1 0,-1-1 0,1 2 0,-1-1 0,-9-1 0,-13-1 0,-1 2 0,1 0 0,-45 5 0,10 0 0,52-3 0,-1 0 0,1 1 0,-1 1 0,1 0 0,-1 0 0,1 2 0,0-1 0,0 1 0,-10 6 0,16-8 0,0 1 0,0 0 0,1 1 0,-1-1 0,1 1 0,0-1 0,0 1 0,1 1 0,-1-1 0,1 0 0,0 1 0,0 0 0,0 0 0,1 0 0,-1 0 0,1 0 0,0 0 0,1 1 0,0-1 0,-2 10 0,3 48 0,2-53 0,-2 1 0,0-1 0,0 0 0,0 1 0,-2-1 0,-3 17 0,4-24-52,-1-1-1,1 1 1,-1-1-1,0 0 1,0 1-1,0-1 1,0 0-1,-1 0 1,1-1-1,0 1 1,-1 0-1,1-1 1,-1 1-1,0-1 1,1 0-1,-1 0 1,0 0-1,0 0 1,1-1-1,-1 1 0,0-1 1,0 1-1,0-1 1,0 0-1,-4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1:55:10.3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488 173 24575,'4'2'0,"0"-1"0,1 0 0,-1 1 0,0 0 0,0 0 0,0 1 0,-1-1 0,1 1 0,-1-1 0,1 1 0,5 6 0,15 11 0,218 111 0,-148-83 0,-70-36 0,-15-8 0,0 0 0,-1 0 0,1 1 0,-1 0 0,0 1 0,9 8 0,-17-14 0,0 0 0,1 0 0,-1 1 0,0-1 0,1 0 0,-1 1 0,0-1 0,0 0 0,1 1 0,-1-1 0,0 0 0,0 1 0,0-1 0,1 1 0,-1-1 0,0 1 0,0-1 0,0 0 0,0 1 0,0-1 0,0 1 0,0-1 0,0 1 0,0-1 0,0 0 0,0 1 0,0-1 0,0 1 0,-1-1 0,1 0 0,0 1 0,0 0 0,-15 7 0,-24-3 0,38-4 0,-147-1 0,3 0 0,139 0 0,-1 1 0,0 0 0,0 0 0,0 1 0,1-1 0,-1 1 0,1 1 0,-1-1 0,1 1 0,0 1 0,0-1 0,0 1 0,0 0 0,1 0 0,0 0 0,-1 1 0,2 0 0,-1 0 0,0 0 0,-4 8 0,-26 36 0,7-9 0,-1-2 0,-2 0 0,-55 51 0,27-32 0,39-37 0,0 0 0,-26 18 0,37-32 0,-1-1 0,0-1 0,0 1 0,-1-2 0,1 1 0,-1-1 0,-16 2 0,11-2 0,1 1 0,-20 6 0,86-5 0,-26-5 0,0-2 0,-1-1 0,1-1 0,-1-1 0,0-1 0,0-1 0,-1-1 0,27-14 0,621-242 0,-603 246 0,86-10 0,9-2 0,-123 22 0,0 2 0,59-1 0,85 8 0,-74 1 0,-99-2 0,19-1 0,0 2 0,0 0 0,0 2 0,-1 1 0,58 16 0,-84-19 0,0 0 0,0 1 0,-1-1 0,1 1 0,0-1 0,-1 1 0,1 0 0,-1 0 0,0 0 0,1 0 0,1 3 0,-4-5 0,0 0 0,1 1 0,-1-1 0,0 0 0,0 1 0,0-1 0,1 1 0,-1-1 0,0 0 0,0 1 0,0-1 0,0 1 0,0-1 0,0 1 0,0-1 0,0 0 0,0 1 0,0-1 0,0 1 0,0-1 0,-1 0 0,1 1 0,0-1 0,0 1 0,0-1 0,0 0 0,-1 1 0,1-1 0,0 0 0,-1 1 0,0 0 0,-1 0 0,1 0 0,-1 0 0,1 0 0,-1 0 0,0-1 0,1 1 0,-1 0 0,0-1 0,0 1 0,-3-1 0,-48 6 0,0-2 0,-83-5 0,51-1 0,-1167 1 0,1247 1 0,0 0 0,0 0 0,1 1 0,-1 0 0,0 0 0,1 0 0,-9 3 0,12-3 0,1-1 0,-1 0 0,1 0 0,-1 1 0,1-1 0,-1 0 0,1 1 0,0-1 0,-1 0 0,1 1 0,-1-1 0,1 1 0,0-1 0,-1 1 0,1-1 0,0 1 0,0-1 0,-1 1 0,1-1 0,0 1 0,0-1 0,0 1 0,0-1 0,-1 1 0,1-1 0,0 1 0,0 0 0,1 1 0,0-1 0,-1 0 0,1 1 0,0-1 0,-1 0 0,1 0 0,0 1 0,0-1 0,0 0 0,0 0 0,1 0 0,-1 0 0,0 0 0,0 0 0,2 1 0,7 4 0,1-1 0,-1 0 0,1 0 0,-1-1 0,1 0 0,1-1 0,18 3 0,43 8 21,106 6-1,81-12-173,-227-8 101,183-2-175,0-9-1,-1-10 1,-1-10-1,-2-8 1,-2-10-1,-2-9 1,312-131-1,-293 88 74,384-148-537,-606 248 690,17-7 34,0 1 0,0 1 0,0 1 0,46-4 0,-68 9-13,1 0 0,-1 0 0,1 0-1,-1 0 1,1 0 0,-1 0 0,1 0 0,0 0 0,-1 0 0,1 0 0,-1 0 0,1 0 0,-1 0 0,1 1 0,0-1 0,-1 0 0,1 0 0,-1 1 0,1-1 0,-1 0 0,0 1 0,1-1-1,-1 0 1,1 1 0,-7 9 803,-28 11 487,31-19-1276,-151 69-34,60-30 0,56-24 0,-1079 465 0,968-436 0,98-32 0,-1 2 0,-68 32 0,105-38 0,15-10 0,0 0 0,0 0 0,0 0 0,0 0 0,0 1 0,0-1 0,-1 0 0,1 0 0,0 0 0,0 0 0,0 0 0,0 1 0,0-1 0,0 0 0,0 0 0,0 0 0,0 0 0,0 1 0,0-1 0,0 0 0,0 0 0,0 0 0,0 0 0,0 1 0,0-1 0,0 0 0,0 0 0,0 0 0,0 0 0,0 0 0,1 1 0,-1-1 0,0 0 0,0 0 0,0 0 0,0 0 0,0 0 0,0 0 0,0 1 0,1-1 0,-1 0 0,0 0 0,0 0 0,0 0 0,0 0 0,1 0 0,2 1 0,0 0 0,1-1 0,-1 1 0,1-1 0,-1 0 0,1 0 0,-1 0 0,6-2 0,295-63 0,-206 40 0,-50 13 0,214-56 0,-183 44 0,96-44 0,-168 65 0,2 0 0,0-2 0,0 1 0,0-2 0,-1 1 0,9-8 0,-15 12 0,-1 0 0,0 0 0,1 0 0,-1-1 0,0 1 0,0 0 0,0-1 0,0 1 0,0-1 0,0 0 0,-1 1 0,1-1 0,0 1 0,-1-1 0,1 0 0,-1 0 0,0 1 0,0-1 0,1 0 0,-1 0 0,0 1 0,-1-1 0,1 0 0,0 0 0,0 1 0,-1-1 0,1 0 0,-1 1 0,1-1 0,-1 0 0,0 1 0,0-1 0,0 1 0,0-1 0,0 1 0,-1-2 0,-3-3 0,0 2 0,-1-1 0,1 1 0,-1 0 0,0 0 0,0 0 0,0 1 0,-1 0 0,1 0 0,-1 1 0,1 0 0,-10-2 0,10 2 0,-99-29-250,-206-32 0,-119 16-258,401 44 551,-248-10-169,246 14 255,0 2 0,0 0 0,0 2 0,1 1 0,0 2 0,-56 21 0,84-28-110,-6 3 21,-1 0 1,0-1-1,0 0 0,-12 2 1,19-4-42,1-1 0,-1 0 0,1 1 0,-1-1 0,1 0 0,-1 0 0,1 0 0,-1 0 0,1-1 0,-1 1 1,1 0-1,-1-1 0,1 1 0,-1-1 0,1 1 0,-1-1 0,1 0 0,0 1 0,-1-1 0,1 0 0,0 0 0,0 0 0,-1 0 0,1 0 1,0 0-1,0-1 0,0 1 0,0 0 0,1 0 0,-1-1 0,0 1 0,0 0 0,1-1 0,-1-1 0,1 2 1,-1 0 0,1-1 0,0 1 0,0 0 0,0-1 0,0 1 0,0 0 0,1-1 0,-1 1 0,0 0 0,1 0 0,-1-1 0,1 1 0,-1 0 0,1 0 0,-1 0 0,1 0 0,0-1 0,0 1 0,-1 0 0,1 0 0,0 0 0,0 1 0,0-1 0,0 0 0,0 0 0,0 0 0,0 1 0,1-1 0,-1 1 0,0-1 0,0 1 0,0-1 0,1 1 0,-1-1 0,0 1 0,3 0 0,8-3 0,1 0 0,-1 2 0,14-2 0,-20 3 0,89-4-91,1 3-1,117 16 0,186 48-499,-151-9 690,-4 12 0,453 185 1,-692-249-37,0 0 0,0 1 0,0-1 0,0 1 0,-1 0 0,6 4 0,-10-6-59,1-1 0,-1 1 0,1-1 0,-1 1-1,0-1 1,1 1 0,-1-1 0,0 1 0,1-1 0,-1 1 0,0-1 0,0 1 0,0 0-1,1-1 1,-1 1 0,0-1 0,0 1 0,0 0 0,0-1 0,0 1 0,0-1 0,0 1 0,0 0-1,-1 0 1,1 0-2,-1 1 0,0-1 0,0 0 0,0 0 0,0 0 0,0 1 0,0-1 0,0 0 0,-1 0 0,1-1 0,0 1 0,-1 0 0,1 0 0,-3 0 0,-355 165-2,-30 36 0,381-198 0,3-2 0,1 0 0,-1 1 0,1-1 0,0 1 0,0-1 0,-7 7 0,35-16 0,40-28 0,0-2 0,-3-3 0,99-85 0,-155 121 0,-1 0 0,0-1 0,0 1 0,0-1 0,-1 0 0,0 0 0,4-8 0,-6 12 0,-1 0 0,1-1 0,0 1 0,-1 0 0,1-1 0,-1 1 0,0-1 0,1 1 0,-1-1 0,0 1 0,0-1 0,0 1 0,0 0 0,0-1 0,0 1 0,-1-1 0,1 1 0,0-1 0,-1 1 0,1 0 0,-1-1 0,1 1 0,-1 0 0,0-1 0,1 1 0,-1 0 0,0 0 0,0 0 0,0-1 0,0 1 0,0 0 0,0 0 0,0 1 0,-3-3 0,-4 0 0,0-1 0,0 1 0,-1 1 0,1-1 0,-1 1 0,0 1 0,1 0 0,-15 0 0,-72 3 0,90-1 0,-15 0 0,0 1 0,1 1 0,-24 8 0,36-9 0,0 0 0,0 1 0,0-1 0,0 2 0,1-1 0,-1 1 0,1 0 0,0 0 0,0 1 0,1 0 0,-9 9 0,13-13 0,1-1 0,-1 0 0,1 1 0,-1-1 0,1 1 0,0-1 0,-1 1 0,1 0 0,0-1 0,-1 1 0,1-1 0,0 1 0,0-1 0,0 1 0,-1 0 0,1-1 0,0 1 0,0 0 0,0-1 0,0 1 0,0-1 0,0 1 0,0 0 0,0-1 0,0 1 0,1 0 0,-1-1 0,0 1 0,0-1 0,1 1 0,-1 0 0,0-1 0,0 1 0,1-1 0,-1 1 0,1 0 0,1 0 0,0 0 0,0 0 0,-1 0 0,1 0 0,0 0 0,0 0 0,0-1 0,0 1 0,0-1 0,0 1 0,4-1 0,14 1 0,1-1 0,-1 0 0,0-2 0,1 0 0,-1-1 0,34-11 0,120-51 0,-76 26 0,-53 24 0,-24 8 0,0 0 0,20-11 0,-41 18 0,0-1 0,-1 1 0,1-1 0,0 1 0,0 0 0,0-1 0,0 1 0,0 0 0,0-1 0,-1 1 0,1 0 0,0-1 0,0 1 0,0 0 0,-1 0 0,1-1 0,0 1 0,-1 0 0,1 0 0,0-1 0,0 1 0,-1 0 0,1 0 0,0 0 0,-1-1 0,1 1 0,0 0 0,-1 0 0,1 0 0,-1 0 0,1 0 0,0 0 0,-1 0 0,-25-12 0,9 4 0,14 7 0,0-1 0,0 0 0,0 0 0,0 0 0,1 0 0,-1 0 0,1 0 0,0-1 0,-1 1 0,1-1 0,0 0 0,0 1 0,1-1 0,-1 0 0,1 0 0,-1 0 0,1 0 0,0 0 0,0-1 0,0 1 0,1 0 0,-1-1 0,1-2 0,0 2 0,1 0 0,-1-1 0,1 1 0,0 0 0,1 0 0,-1 1 0,1-1 0,-1 0 0,1 0 0,0 1 0,1-1 0,-1 1 0,1-1 0,-1 1 0,1 0 0,0 0 0,6-5 0,8-4 0,35-20 0,-34 22 0,-2 0 0,24-19 0,-38 27 0,-1 0 0,1 0 0,0 1 0,0-1 0,0 1 0,0 0 0,0-1 0,0 1 0,0 0 0,1 0 0,-1 0 0,0 1 0,0-1 0,1 0 0,-1 1 0,1 0 0,3-1 0,-4 2 0,0 0 0,1 0 0,-1 0 0,-1 0 0,1 0 0,0 1 0,0-1 0,0 1 0,-1-1 0,1 1 0,-1-1 0,1 1 0,-1 0 0,0 0 0,1 0 0,-1 0 0,0 0 0,1 4 0,2 1 0,0 0 0,1 0 0,0 0 0,0-1 0,1 0 0,-1 0 0,1 0 0,11 8 0,-14-12 0,1 1 0,-1-1 0,0 0 0,1 0 0,-1-1 0,1 1 0,0-1 0,0 0 0,-1 1 0,1-2 0,0 1 0,0 0 0,0-1 0,0 0 0,0 0 0,0 0 0,0 0 0,0-1 0,7-1 0,-11 2 0,0 0 0,0 0 0,1 0 0,-1 0 0,0 0 0,0 0 0,0 0 0,1 0 0,-1-1 0,0 1 0,0 0 0,0 0 0,1 0 0,-1 0 0,0 0 0,0 0 0,0 0 0,0-1 0,1 1 0,-1 0 0,0 0 0,0 0 0,0 0 0,0-1 0,0 1 0,0 0 0,0 0 0,0 0 0,1-1 0,-1 1 0,0 0 0,0 0 0,0 0 0,0-1 0,0 1 0,0 0 0,0 0 0,0 0 0,0-1 0,0 1 0,0 0 0,0 0 0,-1 0 0,1-1 0,0 1 0,-10-9 0,-17-5 0,7 8 0,-1 0 0,0 2 0,-1 0 0,1 2 0,0 0 0,-1 1 0,0 2 0,1 0 0,-33 6 0,43-5-114,0 1 1,0 0-1,0 1 0,0 0 0,0 1 1,1 0-1,0 1 0,0 0 0,0 0 1,1 1-1,-9 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02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05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92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31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71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4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319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56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3458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08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4038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1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547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2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07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9004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E2F8D-62B3-48AF-BAF5-944399905ED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89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  <p:sldLayoutId id="2147483813" r:id="rId18"/>
    <p:sldLayoutId id="214748365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A8A8E-5299-4B76-8D85-25C089B4A1F7}"/>
              </a:ext>
            </a:extLst>
          </p:cNvPr>
          <p:cNvSpPr txBox="1"/>
          <p:nvPr/>
        </p:nvSpPr>
        <p:spPr>
          <a:xfrm>
            <a:off x="1239416" y="1477101"/>
            <a:ext cx="90973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Inventory Management System</a:t>
            </a:r>
          </a:p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And Inventory Management</a:t>
            </a:r>
            <a:endParaRPr lang="en-IN" sz="3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21C9DE0-0178-4333-E2F1-0319618B06C8}"/>
                  </a:ext>
                </a:extLst>
              </p14:cNvPr>
              <p14:cNvContentPartPr/>
              <p14:nvPr/>
            </p14:nvContentPartPr>
            <p14:xfrm>
              <a:off x="4664968" y="4301001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21C9DE0-0178-4333-E2F1-0319618B06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2328" y="423836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96457C6-9CDA-45D6-00AF-6DD656835004}"/>
              </a:ext>
            </a:extLst>
          </p:cNvPr>
          <p:cNvSpPr txBox="1"/>
          <p:nvPr/>
        </p:nvSpPr>
        <p:spPr>
          <a:xfrm>
            <a:off x="8294915" y="4432041"/>
            <a:ext cx="3191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P.Keerthi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3D6AA4-41CB-CF27-4F1E-4013485EEB55}"/>
              </a:ext>
            </a:extLst>
          </p:cNvPr>
          <p:cNvGrpSpPr/>
          <p:nvPr/>
        </p:nvGrpSpPr>
        <p:grpSpPr>
          <a:xfrm>
            <a:off x="169288" y="348230"/>
            <a:ext cx="2235960" cy="403200"/>
            <a:chOff x="169288" y="348230"/>
            <a:chExt cx="223596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43FE5F-4283-093E-9BF9-3395329F6983}"/>
                    </a:ext>
                  </a:extLst>
                </p14:cNvPr>
                <p14:cNvContentPartPr/>
                <p14:nvPr/>
              </p14:nvContentPartPr>
              <p14:xfrm>
                <a:off x="718288" y="634430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43FE5F-4283-093E-9BF9-3395329F698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5648" y="57143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8A9D35-8343-E71C-B83E-46D964AC980F}"/>
                    </a:ext>
                  </a:extLst>
                </p14:cNvPr>
                <p14:cNvContentPartPr/>
                <p14:nvPr/>
              </p14:nvContentPartPr>
              <p14:xfrm>
                <a:off x="169288" y="456230"/>
                <a:ext cx="756720" cy="281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8A9D35-8343-E71C-B83E-46D964AC980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288" y="393590"/>
                  <a:ext cx="8823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31B4EC-412A-2AB1-111E-F7C4A28B39A7}"/>
                    </a:ext>
                  </a:extLst>
                </p14:cNvPr>
                <p14:cNvContentPartPr/>
                <p14:nvPr/>
              </p14:nvContentPartPr>
              <p14:xfrm>
                <a:off x="915928" y="348230"/>
                <a:ext cx="1489320" cy="403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31B4EC-412A-2AB1-111E-F7C4A28B39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2928" y="285590"/>
                  <a:ext cx="1614960" cy="52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2"/>
            <a:ext cx="10416333" cy="3977640"/>
          </a:xfrm>
        </p:spPr>
        <p:txBody>
          <a:bodyPr>
            <a:noAutofit/>
          </a:bodyPr>
          <a:lstStyle/>
          <a:p>
            <a:pPr algn="just">
              <a:spcAft>
                <a:spcPts val="1200"/>
              </a:spcAft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Product Module is a core part of the </a:t>
            </a:r>
            <a:r>
              <a:rPr lang="en-US" sz="2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 Management System.</a:t>
            </a:r>
          </a:p>
          <a:p>
            <a:pPr algn="just">
              <a:spcAft>
                <a:spcPts val="1200"/>
              </a:spcAft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responsible for handling all operations related to products in the inventory.</a:t>
            </a:r>
          </a:p>
          <a:p>
            <a:pPr algn="just">
              <a:spcAft>
                <a:spcPts val="1200"/>
              </a:spcAft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maintains product details such as name, price, quantity, and category.</a:t>
            </a:r>
          </a:p>
          <a:p>
            <a:pPr algn="just">
              <a:spcAft>
                <a:spcPts val="1200"/>
              </a:spcAft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in organizing products in a structured and efficient way.</a:t>
            </a:r>
          </a:p>
          <a:p>
            <a:pPr algn="just">
              <a:spcAft>
                <a:spcPts val="1200"/>
              </a:spcAft>
            </a:pP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inventory activities depend on the accuracy of product data stored here.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90" y="469711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PRODUCT / INVENTORY MANAGEMENT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43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CLASSES USED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39854" y="1509612"/>
            <a:ext cx="4380515" cy="3652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E7F75-F1E2-06AE-B42D-ED62FBBBECA1}"/>
              </a:ext>
            </a:extLst>
          </p:cNvPr>
          <p:cNvSpPr txBox="1"/>
          <p:nvPr/>
        </p:nvSpPr>
        <p:spPr>
          <a:xfrm>
            <a:off x="914400" y="1479673"/>
            <a:ext cx="8481527" cy="477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entity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product requests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inventory logic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405221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CLASS 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5F6D4-C146-1776-B27C-57F6D2948AB4}"/>
              </a:ext>
            </a:extLst>
          </p:cNvPr>
          <p:cNvSpPr txBox="1"/>
          <p:nvPr/>
        </p:nvSpPr>
        <p:spPr>
          <a:xfrm>
            <a:off x="643812" y="1380931"/>
            <a:ext cx="6074229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contains: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Price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Stock Level</a:t>
            </a:r>
          </a:p>
          <a:p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320193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FUNCTIONAL FLOW</a:t>
            </a: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09A33-22B9-6AC4-07ED-E9F2FF9E3387}"/>
              </a:ext>
            </a:extLst>
          </p:cNvPr>
          <p:cNvSpPr txBox="1"/>
          <p:nvPr/>
        </p:nvSpPr>
        <p:spPr>
          <a:xfrm>
            <a:off x="839753" y="1516506"/>
            <a:ext cx="10142378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adds product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Stock-in increases quantity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Stock-out decreases quantity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done before update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updated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triggered if stock is low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→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61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299" y="526552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90464-5A6B-C4F4-FECE-5F2ADA4C07F4}"/>
              </a:ext>
            </a:extLst>
          </p:cNvPr>
          <p:cNvSpPr txBox="1"/>
          <p:nvPr/>
        </p:nvSpPr>
        <p:spPr>
          <a:xfrm>
            <a:off x="643812" y="1548882"/>
            <a:ext cx="79216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ProductService.addProduct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ProductService.increaseStock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ProductService.decreaseStock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901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AE31-4622-3E02-0AA8-22691A18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E9FE5A-47D1-232A-438C-34500945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299" y="526552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0F70BD-3029-F8A5-6E2D-BACAAEF928ED}"/>
              </a:ext>
            </a:extLst>
          </p:cNvPr>
          <p:cNvSpPr txBox="1"/>
          <p:nvPr/>
        </p:nvSpPr>
        <p:spPr>
          <a:xfrm>
            <a:off x="643812" y="1548882"/>
            <a:ext cx="792169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 Pseudocode: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SKU exists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“Product already exist"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IF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save product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4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5AD76-012A-9CDC-10DF-39DEC801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1A257D-9588-F848-0A36-9ADC2780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299" y="526552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0EDA6-1457-46BE-0F6E-88B7A7FC3AB3}"/>
              </a:ext>
            </a:extLst>
          </p:cNvPr>
          <p:cNvSpPr txBox="1"/>
          <p:nvPr/>
        </p:nvSpPr>
        <p:spPr>
          <a:xfrm>
            <a:off x="568299" y="1278294"/>
            <a:ext cx="792169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in &amp; Stock out operations: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increaseStock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quantity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product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TransactionService.log("STOCK_IN",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AlertService.checkLowStock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decreaseStock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quantity THEN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-= quantity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save product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TransactionService.log("STOCK_OUT",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AlertService.checkLowStock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    RETURN "Insufficient Stock"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9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9166E-2041-9470-8B21-C6239857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5FA96E-473F-9F11-083A-7A8394A5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299" y="526552"/>
            <a:ext cx="9146972" cy="6400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AEEFB4-A64D-DB68-A3AC-13526F921E2F}"/>
              </a:ext>
            </a:extLst>
          </p:cNvPr>
          <p:cNvSpPr txBox="1"/>
          <p:nvPr/>
        </p:nvSpPr>
        <p:spPr>
          <a:xfrm>
            <a:off x="568299" y="1278294"/>
            <a:ext cx="7921690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product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save(product)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store product in database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34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32C3-9C0D-EC2F-E1A5-D24625730E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07577" y="2880360"/>
            <a:ext cx="5327904" cy="1290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1534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32B43C1-5EB1-48F2-83D8-1F8CBA1BB8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893805-3B81-47D1-A994-401BF46C6A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0D0E33-AC31-4A6E-AC66-BDD7A1B30DE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420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Segoe UI Semibold</vt:lpstr>
      <vt:lpstr>Times New Roman</vt:lpstr>
      <vt:lpstr>Trebuchet MS</vt:lpstr>
      <vt:lpstr>Wingdings 3</vt:lpstr>
      <vt:lpstr>Facet</vt:lpstr>
      <vt:lpstr>PowerPoint Presentation</vt:lpstr>
      <vt:lpstr>MODULE 2 – PRODUCT / INVENTORY MANAGEMENT</vt:lpstr>
      <vt:lpstr>MODULE 2: CLASSES USED</vt:lpstr>
      <vt:lpstr>MODULE 2: PRODUCT CLASS </vt:lpstr>
      <vt:lpstr>MODULE 2: FUNCTIONAL FLOW</vt:lpstr>
      <vt:lpstr>Module 2 – ProductController Class </vt:lpstr>
      <vt:lpstr>Module 2 – ProductService Class </vt:lpstr>
      <vt:lpstr>Module 2 – ProductService Class </vt:lpstr>
      <vt:lpstr>Module 2 –  ProductRepository Class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polepalli keerthi</dc:creator>
  <cp:lastModifiedBy>polepalli keerthi</cp:lastModifiedBy>
  <cp:revision>1</cp:revision>
  <dcterms:created xsi:type="dcterms:W3CDTF">2026-02-03T11:30:34Z</dcterms:created>
  <dcterms:modified xsi:type="dcterms:W3CDTF">2026-02-03T11:58:12Z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